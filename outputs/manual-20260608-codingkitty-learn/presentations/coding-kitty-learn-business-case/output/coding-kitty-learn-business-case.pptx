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954d174a5a4020" /><Relationship Type="http://schemas.openxmlformats.org/officeDocument/2006/relationships/extended-properties" Target="/docProps/app.xml" Id="R4b418849a5484996" /><Relationship Type="http://schemas.openxmlformats.org/officeDocument/2006/relationships/officeDocument" Target="/ppt/presentation.xml" Id="R35f847743be940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9e6ab907bb471a"/>
  </p:sldMasterIdLst>
  <p:notesMasterIdLst>
    <p:notesMasterId xmlns:r="http://schemas.openxmlformats.org/officeDocument/2006/relationships" r:id="R003bea57012d4147"/>
  </p:notesMasterIdLst>
  <p:sldIdLst>
    <p:sldId xmlns:r="http://schemas.openxmlformats.org/officeDocument/2006/relationships" id="256" r:id="R7acd4b06fd0d41d3"/>
    <p:sldId xmlns:r="http://schemas.openxmlformats.org/officeDocument/2006/relationships" id="257" r:id="Rd7f4cf5c9df54bca"/>
    <p:sldId xmlns:r="http://schemas.openxmlformats.org/officeDocument/2006/relationships" id="258" r:id="R39c2aa83f2a64419"/>
    <p:sldId xmlns:r="http://schemas.openxmlformats.org/officeDocument/2006/relationships" id="259" r:id="R5e308402cc7c46e9"/>
    <p:sldId xmlns:r="http://schemas.openxmlformats.org/officeDocument/2006/relationships" id="260" r:id="R26ca780ac52e4620"/>
    <p:sldId xmlns:r="http://schemas.openxmlformats.org/officeDocument/2006/relationships" id="261" r:id="R8955b0a7342d438c"/>
    <p:sldId xmlns:r="http://schemas.openxmlformats.org/officeDocument/2006/relationships" id="262" r:id="Ra8f3c060a59a40d0"/>
    <p:sldId xmlns:r="http://schemas.openxmlformats.org/officeDocument/2006/relationships" id="263" r:id="Re52220f1ac764e2d"/>
    <p:sldId xmlns:r="http://schemas.openxmlformats.org/officeDocument/2006/relationships" id="264" r:id="R2a5d8f3e6d134b21"/>
    <p:sldId xmlns:r="http://schemas.openxmlformats.org/officeDocument/2006/relationships" id="265" r:id="R9ff09c6707784d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d7d6f8380c44bf" /><Relationship Type="http://schemas.openxmlformats.org/officeDocument/2006/relationships/slideMaster" Target="/ppt/slideMasters/slideMaster1.xml" Id="R729e6ab907bb471a" /><Relationship Type="http://schemas.openxmlformats.org/officeDocument/2006/relationships/notesMaster" Target="/ppt/notesMasters/notesMaster1.xml" Id="R003bea57012d4147" /><Relationship Type="http://schemas.openxmlformats.org/officeDocument/2006/relationships/presProps" Target="/ppt/presProps.xml" Id="Rf6c3ac9af1cb45a0" /><Relationship Type="http://schemas.openxmlformats.org/officeDocument/2006/relationships/viewProps" Target="/ppt/viewProps.xml" Id="Rcb533156c94c46ff" /><Relationship Type="http://schemas.openxmlformats.org/officeDocument/2006/relationships/tableStyles" Target="/ppt/tableStyles.xml" Id="R5dec4c41967a453f" /><Relationship Type="http://schemas.openxmlformats.org/officeDocument/2006/relationships/slide" Target="/ppt/slides/slide1.xml" Id="R7acd4b06fd0d41d3" /><Relationship Type="http://schemas.openxmlformats.org/officeDocument/2006/relationships/slide" Target="/ppt/slides/slide2.xml" Id="Rd7f4cf5c9df54bca" /><Relationship Type="http://schemas.openxmlformats.org/officeDocument/2006/relationships/slide" Target="/ppt/slides/slide3.xml" Id="R39c2aa83f2a64419" /><Relationship Type="http://schemas.openxmlformats.org/officeDocument/2006/relationships/slide" Target="/ppt/slides/slide4.xml" Id="R5e308402cc7c46e9" /><Relationship Type="http://schemas.openxmlformats.org/officeDocument/2006/relationships/slide" Target="/ppt/slides/slide5.xml" Id="R26ca780ac52e4620" /><Relationship Type="http://schemas.openxmlformats.org/officeDocument/2006/relationships/slide" Target="/ppt/slides/slide6.xml" Id="R8955b0a7342d438c" /><Relationship Type="http://schemas.openxmlformats.org/officeDocument/2006/relationships/slide" Target="/ppt/slides/slide7.xml" Id="Ra8f3c060a59a40d0" /><Relationship Type="http://schemas.openxmlformats.org/officeDocument/2006/relationships/slide" Target="/ppt/slides/slide8.xml" Id="Re52220f1ac764e2d" /><Relationship Type="http://schemas.openxmlformats.org/officeDocument/2006/relationships/slide" Target="/ppt/slides/slide9.xml" Id="R2a5d8f3e6d134b21" /><Relationship Type="http://schemas.openxmlformats.org/officeDocument/2006/relationships/slide" Target="/ppt/slides/slide10.xml" Id="R9ff09c6707784d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6d3350f6654d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f8a571d6664b7d" /><Relationship Type="http://schemas.openxmlformats.org/officeDocument/2006/relationships/notesMaster" Target="/ppt/notesMasters/notesMaster1.xml" Id="R388cc1f38d7e4c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9f6fe3e6ae4fe3" /><Relationship Type="http://schemas.openxmlformats.org/officeDocument/2006/relationships/notesMaster" Target="/ppt/notesMasters/notesMaster1.xml" Id="R95185141ce364b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a2717588e54ea6" /><Relationship Type="http://schemas.openxmlformats.org/officeDocument/2006/relationships/notesMaster" Target="/ppt/notesMasters/notesMaster1.xml" Id="R579f134f1c87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9eaa2c360f430b" /><Relationship Type="http://schemas.openxmlformats.org/officeDocument/2006/relationships/notesMaster" Target="/ppt/notesMasters/notesMaster1.xml" Id="R9395ae65df7e40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35a90875344b04" /><Relationship Type="http://schemas.openxmlformats.org/officeDocument/2006/relationships/notesMaster" Target="/ppt/notesMasters/notesMaster1.xml" Id="R6c005897919647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40cb3bac2a4245" /><Relationship Type="http://schemas.openxmlformats.org/officeDocument/2006/relationships/notesMaster" Target="/ppt/notesMasters/notesMaster1.xml" Id="R73291edb7cb24c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d306445b8149cc" /><Relationship Type="http://schemas.openxmlformats.org/officeDocument/2006/relationships/notesMaster" Target="/ppt/notesMasters/notesMaster1.xml" Id="R93813f98e7ef4c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59a3564f7447a9" /><Relationship Type="http://schemas.openxmlformats.org/officeDocument/2006/relationships/notesMaster" Target="/ppt/notesMasters/notesMaster1.xml" Id="R2f5ce52c18a141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ae6871f74c4643" /><Relationship Type="http://schemas.openxmlformats.org/officeDocument/2006/relationships/notesMaster" Target="/ppt/notesMasters/notesMaster1.xml" Id="R67f184c692564d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993c426e544113" /><Relationship Type="http://schemas.openxmlformats.org/officeDocument/2006/relationships/notesMaster" Target="/ppt/notesMasters/notesMaster1.xml" Id="Recf112697b3e41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9c1efd4e74d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e3cea9a43244ed" /><Relationship Type="http://schemas.openxmlformats.org/officeDocument/2006/relationships/slideLayout" Target="/ppt/slideLayouts/slideLayout1.xml" Id="Re9a6abe5665147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a6abe5665147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913bb028141a5" /><Relationship Type="http://schemas.openxmlformats.org/officeDocument/2006/relationships/notesSlide" Target="/ppt/notesSlides/notesSlide1.xml" Id="R8ace3976b15c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0c2ac33924332" /><Relationship Type="http://schemas.openxmlformats.org/officeDocument/2006/relationships/notesSlide" Target="/ppt/notesSlides/notesSlide2.xml" Id="R8081c1b09e9443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1448d9ec14c14" /><Relationship Type="http://schemas.openxmlformats.org/officeDocument/2006/relationships/notesSlide" Target="/ppt/notesSlides/notesSlide3.xml" Id="R9d578415136249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e0c8137184ba2" /><Relationship Type="http://schemas.openxmlformats.org/officeDocument/2006/relationships/notesSlide" Target="/ppt/notesSlides/notesSlide4.xml" Id="R1d539b9d53904a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1613cb6134d76" /><Relationship Type="http://schemas.openxmlformats.org/officeDocument/2006/relationships/notesSlide" Target="/ppt/notesSlides/notesSlide5.xml" Id="R56e8fadee66a45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55ab58c324d31" /><Relationship Type="http://schemas.openxmlformats.org/officeDocument/2006/relationships/notesSlide" Target="/ppt/notesSlides/notesSlide6.xml" Id="R934bf97bc79c45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63abc0f1c48e7" /><Relationship Type="http://schemas.openxmlformats.org/officeDocument/2006/relationships/notesSlide" Target="/ppt/notesSlides/notesSlide7.xml" Id="R2c3dee00638643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380a35e834a0e" /><Relationship Type="http://schemas.openxmlformats.org/officeDocument/2006/relationships/notesSlide" Target="/ppt/notesSlides/notesSlide8.xml" Id="R625607aa991b47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1ed471bdb4380" /><Relationship Type="http://schemas.openxmlformats.org/officeDocument/2006/relationships/notesSlide" Target="/ppt/notesSlides/notesSlide9.xml" Id="R89b512b006bf48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6b00144c74500" /><Relationship Type="http://schemas.openxmlformats.org/officeDocument/2006/relationships/notesSlide" Target="/ppt/notesSlides/notesSlide10.xml" Id="R6cae046aaa7d43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4ED234-78E4-4CE0-9C7D-854B1E73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78B1C-AC05-464C-BB80-94CCE9B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580C0-0760-4B76-9B59-4FDCE85C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857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274CD-1A8C-4735-BC9B-5D717B20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4000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6717D"/>
                </a:solidFill>
                <a:latin typeface="Aptos"/>
                <a:ea typeface="Aptos"/>
                <a:cs typeface="Aptos"/>
              </a:rPr>
              <a:t>Business Case Pitch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CE7B-8F81-4C3A-B150-FAF206C6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1476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beginner-safe bridge from vibe coding to shipped software.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D2B01-3538-4063-A176-DDC2B758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657225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6717D"/>
                </a:solidFill>
                <a:latin typeface="Aptos"/>
                <a:ea typeface="Aptos"/>
                <a:cs typeface="Aptos"/>
              </a:rPr>
              <a:t>Vibe coding is the cultural hook. The durable business is software creation literacy for non-technical builders using AI agents.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2F683-6355-4568-B130-236B797C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2333625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F0ED"/>
          </a:solidFill>
          <a:ln xmlns:a="http://schemas.openxmlformats.org/drawingml/2006/main" w="9525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4BB51-6B86-4B68-86CC-7F049C69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210502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AI Builder Learning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08025-95ED-4477-9833-67AF62EB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13525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2DC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167B6-FA69-415A-B4C1-C25A8733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62425"/>
            <a:ext cx="11239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Project-first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458E8-EE0F-4D8D-BB07-B28B3C29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14668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9525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68311-1832-429A-9EFB-96D38113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62425"/>
            <a:ext cx="12382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Tool-agnostic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0E54C-322C-4380-B9FA-57962002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76300"/>
            <a:ext cx="3238500" cy="421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A3B56-314F-49AE-864D-9D31E78C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8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Why this can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16EA8-9C7F-42DA-919A-95C66771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F2A4D-CBCC-4BB1-9AF2-522EBAB3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2305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173K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F8F17-4960-4258-9549-66144E5E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2860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66717D"/>
                </a:solidFill>
                <a:latin typeface="Aptos"/>
                <a:ea typeface="Aptos"/>
                <a:cs typeface="Aptos"/>
              </a:rPr>
              <a:t>Instagram followers already learning technical concepts through Coding Kitty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4412E-3924-45DC-BA22-669A53B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2D48B-2D18-4D42-82C3-ACAFECA8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2305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74.8K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1434E-E899-44D5-9F51-4347E421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22860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66717D"/>
                </a:solidFill>
                <a:latin typeface="Aptos"/>
                <a:ea typeface="Aptos"/>
                <a:cs typeface="Aptos"/>
              </a:rPr>
              <a:t>TikTok followers and 894K likes in the public snapshot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95CF6-2B31-4CF0-ABA8-2854CCDA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8453C-5663-4C1B-B60C-8D1ED51C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2305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3AB90-594F-4285-B7D4-24DA0571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22860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66717D"/>
                </a:solidFill>
                <a:latin typeface="Aptos"/>
                <a:ea typeface="Aptos"/>
                <a:cs typeface="Aptos"/>
              </a:rPr>
              <a:t>Visible official partners: Temporal and Aikido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B56F5-A904-47B3-B790-7E6F6675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670A0D-FB0B-4CD5-BFF2-B5ECBF51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B8C2C-76B9-4186-B67D-A3737209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coding.kitty social presence audit, 2026-05-25; coding.kitty/learn notes, 2026-06-08.</a:t>
            </a:r>
          </a:p>
        </p:txBody>
      </p:sp>
    </p:spTree>
    <p:extLst>
      <p:ext uri="{BB962C8B-B14F-4D97-AF65-F5344CB8AC3E}">
        <p14:creationId xmlns:p14="http://schemas.microsoft.com/office/powerpoint/2010/main" val="839513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F9D021-FCEC-4566-86C3-0A05603B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AC2A7D16-D4DE-4863-9657-5F41D56C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7485657-5589-4A79-8B94-87088372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3619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MARKET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2D898-BFAC-4690-A4BB-60AB17E4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AI can now create software. Beginners still need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BE1CA-7265-4265-B77E-C3754E0B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category has tools, courses, and communities, but the learner has to stitch together the real shipping workflow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B3706-E445-46A8-96FE-CB2D52F8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105150" cy="2190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F0ED"/>
          </a:solidFill>
          <a:ln xmlns:a="http://schemas.openxmlformats.org/drawingml/2006/main" w="9525">
            <a:solidFill>
              <a:srgbClr val="DDF0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9E705-C456-412F-B970-2B952DA0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E2943-99E7-455F-A1EA-509DA722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3812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Tools generate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2BC40-C017-4F02-97FB-59244904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571750" cy="990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212B"/>
                </a:solidFill>
                <a:latin typeface="Aptos"/>
                <a:ea typeface="Aptos"/>
                <a:cs typeface="Aptos"/>
              </a:rPr>
              <a:t>Lovable, Bolt, Replit, v0, Cursor and Copilot reduce creation friction, but learners still face hidden complexity, cost anxiety, and debugging gaps.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3ABBF-BEE6-4CF1-A920-3DF0DC0F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3105150" cy="2190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9525">
            <a:solidFill>
              <a:srgbClr val="FFF1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10BAD-34D3-419A-B585-A076BC09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E10A8-16AF-4A24-B717-990710B0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23812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Courses 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15FD6-3A54-4D07-9F30-43EF860D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571750" cy="990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212B"/>
                </a:solidFill>
                <a:latin typeface="Aptos"/>
                <a:ea typeface="Aptos"/>
                <a:cs typeface="Aptos"/>
              </a:rPr>
              <a:t>Traditional coding education and new vibe-coding courses validate demand, but many remain video-first, tool-specific, or syntax-first.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31EBB-09D3-4525-9B81-24ECA2E1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3105150" cy="2190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2DC"/>
          </a:solidFill>
          <a:ln xmlns:a="http://schemas.openxmlformats.org/drawingml/2006/main" w="9525">
            <a:solidFill>
              <a:srgbClr val="FFE2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5045B-ECEF-4B00-8DC7-B93FF387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E2D70-19D4-4970-A66A-79308F6D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3812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Judgment is missing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D04A3-FB8D-4D9E-948E-3A47F72D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571750" cy="990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durable gap is verification: understanding what changed, saving checkpoints, deploying safely, and knowing what broke.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B7E63-B9D6-4E6D-B763-D0EA9980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Opportunity: own the learning layer between prompt-to-app magic and responsible software ownership.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B0635-336D-4B5C-BFD1-75073FC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F70FD-655B-46A3-9E75-04DD8537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37574-6B2E-4961-9095-049577D2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Market Research and Competitor Landscape notes, 2026-06-08.</a:t>
            </a:r>
          </a:p>
        </p:txBody>
      </p:sp>
    </p:spTree>
    <p:extLst>
      <p:ext uri="{BB962C8B-B14F-4D97-AF65-F5344CB8AC3E}">
        <p14:creationId xmlns:p14="http://schemas.microsoft.com/office/powerpoint/2010/main" val="8291113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BB9960-D604-4B83-B4BC-0F5CFDB4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9B8282E5-1525-4D9E-BBCB-03E75540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C557640F-87A1-4711-8589-F313B7C6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3619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BEACHHEAD LEARNER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DA409-5F73-4F77-AA42-A56BD5F0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Start with people who want agency, not a CS degree.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A3804-DFFD-4C5F-9A5F-2D31F6E2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first customer wants to build a useful project, understand enough to stay in control, and avoid feeling foolish in front of the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2623D-DC93-4A17-BBC9-D55FF5E9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46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8E3E0-AA22-4ABE-B7AD-11C3BAF5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81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4BB47-849D-48F1-B8F5-506774A2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533775"/>
            <a:ext cx="2095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A71E5-6356-48D3-A225-F16B1284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6289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8794C-45A9-49A8-BB8F-5B22AE6C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381250" cy="781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66717D"/>
                </a:solidFill>
                <a:latin typeface="Aptos"/>
                <a:ea typeface="Aptos"/>
                <a:cs typeface="Aptos"/>
              </a:rPr>
              <a:t>I want to build my idea without waiting for a developer.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F42B7-CB3D-466C-8392-C6D9C6B6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81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DA5B4-85AC-497B-9D3A-7945D72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33775"/>
            <a:ext cx="2095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06EE5-3B0C-4EED-8D77-3769B43E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43400"/>
            <a:ext cx="26289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AE2FA-E6EF-4977-A669-55DB6F13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62500"/>
            <a:ext cx="2381250" cy="781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66717D"/>
                </a:solidFill>
                <a:latin typeface="Aptos"/>
                <a:ea typeface="Aptos"/>
                <a:cs typeface="Aptos"/>
              </a:rPr>
              <a:t>I do not know where to start, what AI changed, or how to deploy.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772ED-D390-4489-8EA5-048E7CD8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0E7AD-BE55-4932-8FA3-8F318BBF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33775"/>
            <a:ext cx="2095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49820-566E-448C-BFB3-DBB44FE6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26289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Guided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8E96A-2F97-453F-B1F4-C2B4A7E0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381250" cy="781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66717D"/>
                </a:solidFill>
                <a:latin typeface="Aptos"/>
                <a:ea typeface="Aptos"/>
                <a:cs typeface="Aptos"/>
              </a:rPr>
              <a:t>Lessons, prompts, checkpoints, GitHub, deployment, and review moments.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B2884-72B7-4BED-A9FB-DC50573E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81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5A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EBD9D-17C4-4DE1-AF89-1768D114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533775"/>
            <a:ext cx="2095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92553-E298-4B61-9A10-14E3B9C7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43400"/>
            <a:ext cx="26289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CBDC6-56D0-455F-AA52-DEB246B6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62500"/>
            <a:ext cx="2381250" cy="781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66717D"/>
                </a:solidFill>
                <a:latin typeface="Aptos"/>
                <a:ea typeface="Aptos"/>
                <a:cs typeface="Aptos"/>
              </a:rPr>
              <a:t>A real deployed project they can share, improve, and explain.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0A4D8-8BDA-4AB3-ABA4-C3E31EAB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00012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Primary beachhead: non-technical creators, students, and professionals already consuming short-form tech explainers.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72D55-D876-438C-B70E-3995451A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601A5-DA43-48F5-9070-95D20C87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B32BB5-5DE8-4C34-81BA-58E86E21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Target Learners and Product-Market Fit notes, 2026-06-08.</a:t>
            </a:r>
          </a:p>
        </p:txBody>
      </p:sp>
    </p:spTree>
    <p:extLst>
      <p:ext uri="{BB962C8B-B14F-4D97-AF65-F5344CB8AC3E}">
        <p14:creationId xmlns:p14="http://schemas.microsoft.com/office/powerpoint/2010/main" val="12307225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54C8F7-8341-4D30-A367-7CDFB712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B16DCAB2-218A-4603-A483-581ED67A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F698AA16-D4BD-422E-8F3A-DDA42FA5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3619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36811-EEDB-4438-9AF1-6207761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Build an interactive companion, not another course shelf.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E1073-7BD3-4B49-B170-EBA2007F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product should make the learner's next action obvious: what to build, what to ask the AI, what changed, what to save, and how to 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FEEDD-59AA-4633-9A64-1BFEA7DA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2667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AA734-0364-4580-AE3E-7A793F65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15049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8F3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FD355-FE10-436E-A8EE-9F5022ED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0"/>
            <a:ext cx="12001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Lesson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F7271-6A5F-47A3-B656-784EF22E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1200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66717D"/>
                </a:solidFill>
                <a:latin typeface="Aptos"/>
                <a:ea typeface="Aptos"/>
                <a:cs typeface="Aptos"/>
              </a:rPr>
              <a:t>Context when needed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E4662-6294-4F64-AB4B-790481EC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861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7D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A127C-AE86-4D6E-8282-999C4E1E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571875"/>
            <a:ext cx="171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34342-5C01-4047-98C6-D0BB9350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15049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2DC"/>
          </a:solidFill>
          <a:ln xmlns:a="http://schemas.openxmlformats.org/drawingml/2006/main" w="9525">
            <a:solidFill>
              <a:srgbClr val="F26D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1C93E-AEEA-40E8-9B07-EEEEEC8C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33750"/>
            <a:ext cx="12001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14ABF-26F7-4BEE-A8A0-F8AF8CA4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95700"/>
            <a:ext cx="1200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66717D"/>
                </a:solidFill>
                <a:latin typeface="Aptos"/>
                <a:ea typeface="Aptos"/>
                <a:cs typeface="Aptos"/>
              </a:rPr>
              <a:t>Clear scoped asks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0FD4B-7707-49DF-B564-0B4A17FE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861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7D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CF553-0205-4507-9BA1-98D52694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171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7417D-D976-4268-8400-89EA7EB7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43250"/>
            <a:ext cx="15049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F0ED"/>
          </a:solidFill>
          <a:ln xmlns:a="http://schemas.openxmlformats.org/drawingml/2006/main" w="9525">
            <a:solidFill>
              <a:srgbClr val="0E7C7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9435E-395A-41A5-9E75-ACB0599B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33750"/>
            <a:ext cx="12001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External AI tool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80004-327F-43AD-99D4-97C81966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95700"/>
            <a:ext cx="1200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66717D"/>
                </a:solidFill>
                <a:latin typeface="Aptos"/>
                <a:ea typeface="Aptos"/>
                <a:cs typeface="Aptos"/>
              </a:rPr>
              <a:t>Replit / Bolt / Lovable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F30EB-2CE0-4577-8074-4B499FDA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861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7D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36518-27B0-49D8-B8B5-40DEBA6E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71875"/>
            <a:ext cx="171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D48A5-EDB6-4677-8C7F-F9EDF35B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15049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9525">
            <a:solidFill>
              <a:srgbClr val="17212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DB298-A24A-41B1-9595-C68AD0B0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33750"/>
            <a:ext cx="12001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Review checkpoint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DA851-69B3-4DC0-9A27-98BC77B9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95700"/>
            <a:ext cx="1200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66717D"/>
                </a:solidFill>
                <a:latin typeface="Aptos"/>
                <a:ea typeface="Aptos"/>
                <a:cs typeface="Aptos"/>
              </a:rPr>
              <a:t>Diffs, logs, fixes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35405-DF3D-499F-9D12-5F642400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861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7D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CF90C-78DB-42D4-974D-137FD72F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71875"/>
            <a:ext cx="171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29E6C-0E93-475F-9A76-81A6AA46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15049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A8F5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1E75C6-AF6F-4571-868C-A814806E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12001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Ship loop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83B15-0AB3-42B9-9079-D875EAD7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1200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66717D"/>
                </a:solidFill>
                <a:latin typeface="Aptos"/>
                <a:ea typeface="Aptos"/>
                <a:cs typeface="Aptos"/>
              </a:rPr>
              <a:t>GitHub + deploy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1D3949-52F2-4A86-8EF1-FAF29B4D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2381250" cy="533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Product mechanic:</a:t>
            </a:r>
          </a:p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guided agent tasks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93AF9-438B-488E-AF96-EAB6B486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62600"/>
            <a:ext cx="71247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66717D"/>
                </a:solidFill>
                <a:latin typeface="Aptos"/>
                <a:ea typeface="Aptos"/>
                <a:cs typeface="Aptos"/>
              </a:rPr>
              <a:t>Describe desired outcome -&gt; generate prompt -&gt; run in selected tool -&gt; inspect changes -&gt; save checkpoint -&gt; debug -&gt; mark complete.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F03C74-FE7E-4894-BB06-8E82E79C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6940FB-C56F-4F9D-9689-0FB97CED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02343-0524-4412-AC3A-F2BD3CB7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Platform Experience and MVP Scope notes, 2026-06-08.</a:t>
            </a:r>
          </a:p>
        </p:txBody>
      </p:sp>
    </p:spTree>
    <p:extLst>
      <p:ext uri="{BB962C8B-B14F-4D97-AF65-F5344CB8AC3E}">
        <p14:creationId xmlns:p14="http://schemas.microsoft.com/office/powerpoint/2010/main" val="15918021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07AE1E-09E6-4753-B419-4605E494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5C28ECD3-D318-4A1C-8C19-92B4BBC2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7B576266-510B-452B-8EBE-46E1C2BE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3619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LAUNCH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EE2BD-AE5B-49EF-BF0E-6C080FAD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MVP path should be simple enough to finish and useful enough to share.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53FAF-465F-45C6-8B15-78741276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Free path: build and deploy your first personal website with 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AC25D-ED53-4937-AD54-869D354C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C0C67-7F7F-4DCA-A550-FD77E2E5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133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03274-E499-41E2-85EE-920FA506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862C5-6CAA-4453-AB76-3E19064D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6025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Builder mindset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441E4-7856-4402-AD72-8F41853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95550"/>
            <a:ext cx="6191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66717D"/>
                </a:solidFill>
                <a:latin typeface="Aptos"/>
                <a:ea typeface="Aptos"/>
                <a:cs typeface="Aptos"/>
              </a:rPr>
              <a:t>Understand websites, pages, files, prompts, and what AI agents can and cannot 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A4702-3DAB-45D2-A6E0-8F75593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8D07B-8FCB-47BF-86BC-7F2AF6E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33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54977-8BAD-462F-B529-7F7B3073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38AD7-E29F-4C5E-887E-8291A502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71825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First website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2C86F-519D-4849-922A-7A588B90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6191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66717D"/>
                </a:solidFill>
                <a:latin typeface="Aptos"/>
                <a:ea typeface="Aptos"/>
                <a:cs typeface="Aptos"/>
              </a:rPr>
              <a:t>Use a beginner-friendly tool recipe to generate and customize a personal site.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53170-46D0-4B1F-9496-3391F54A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A5E77-0B01-4FAB-9AAA-7C44F992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133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7A5FF-F68F-4B84-85D3-006633E1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5AA07-5C4A-4DDF-B7A3-1ED00EB5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Version checkpoint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A6AF9-3819-4181-B40A-31E05C59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6191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66717D"/>
                </a:solidFill>
                <a:latin typeface="Aptos"/>
                <a:ea typeface="Aptos"/>
                <a:cs typeface="Aptos"/>
              </a:rPr>
              <a:t>Treat GitHub as save points: commit, read the diff, recover when needed.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1BA98-42F1-4B5E-8277-1757F49C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CBC85-0E4C-4E05-A968-B7FEFE77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33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483CC-7F88-411C-83BB-606303DE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EEB29-711E-4599-8A08-05458449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44CA9-8165-44E4-8ABC-E013A928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52950"/>
            <a:ext cx="6191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66717D"/>
                </a:solidFill>
                <a:latin typeface="Aptos"/>
                <a:ea typeface="Aptos"/>
                <a:cs typeface="Aptos"/>
              </a:rPr>
              <a:t>Publish the project, understand where it lives, and fix common launch failures.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637C3-81B7-4A71-8C98-0E0E3201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5A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7B924-A8C3-45CC-93EF-DB768F0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133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234CC-22C9-4B39-B24D-90B7CA81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29225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Showcase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C86FD-467B-4561-A68D-329D1E2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0"/>
            <a:ext cx="6191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66717D"/>
                </a:solidFill>
                <a:latin typeface="Aptos"/>
                <a:ea typeface="Aptos"/>
                <a:cs typeface="Aptos"/>
              </a:rPr>
              <a:t>Completion page, share link, Discord/project showcase CTA.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ED70FF-C358-4787-B4AC-F38FD651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57300"/>
            <a:ext cx="238125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F0ED"/>
          </a:solidFill>
          <a:ln xmlns:a="http://schemas.openxmlformats.org/drawingml/2006/main" w="9525">
            <a:solidFill>
              <a:srgbClr val="0E7C7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CDD33-DBBB-4135-BC16-A4CD9252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90650"/>
            <a:ext cx="1905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MVP goal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47DEFA-83BA-4264-87C7-88D4F386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1905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>
                <a:solidFill>
                  <a:srgbClr val="17212B"/>
                </a:solidFill>
                <a:latin typeface="Aptos"/>
                <a:ea typeface="Aptos"/>
                <a:cs typeface="Aptos"/>
              </a:rPr>
              <a:t>Prove a non-technical learner can build, understand, version, and deploy a real project.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26D10-6253-42E1-ABEE-1B92BE85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5812CC-B298-4B41-B9E4-21C558E5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089674-35D7-47B1-9223-DBA345C4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MVP Scope and Learning Path notes, 2026-06-08.</a:t>
            </a:r>
          </a:p>
        </p:txBody>
      </p:sp>
    </p:spTree>
    <p:extLst>
      <p:ext uri="{BB962C8B-B14F-4D97-AF65-F5344CB8AC3E}">
        <p14:creationId xmlns:p14="http://schemas.microsoft.com/office/powerpoint/2010/main" val="8754399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8061E8-30A5-4BC5-83C1-31AAA476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084A90A2-F9E3-4CF8-98F0-38D56334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0B15BA15-E5A5-431B-BC6C-0166F2F9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3619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MARKET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62756-CF0F-4FA0-9734-D65338F7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Demand is visible. The category is still unsettled.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7EA63-1374-4DA9-8488-618458EF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notes show both learner pull and strategic whitespace for a tool-agnostic, beginner-safe build companion.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12124-218E-4C98-9E83-57332A9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5717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2024F-E5E1-4FDF-8E24-A3AAE84E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73F63-2F2B-4906-A3D9-009096D0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1907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17,797 learners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5CF14-CF13-4052-87BA-E01602AC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1717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66717D"/>
                </a:solidFill>
                <a:latin typeface="Aptos"/>
                <a:ea typeface="Aptos"/>
                <a:cs typeface="Aptos"/>
              </a:rPr>
              <a:t>Scrimba/Coursera Vibe Coding Essentials learner count observed during the research pass.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88DFF-32A8-4E57-887B-8125E36B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25717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8F195-EE53-4424-9CD2-15617622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ADC89-5D72-4133-95D3-553257BF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21907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2,666 learners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81527-086A-42DB-B9EF-F76897A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1717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66717D"/>
                </a:solidFill>
                <a:latin typeface="Aptos"/>
                <a:ea typeface="Aptos"/>
                <a:cs typeface="Aptos"/>
              </a:rPr>
              <a:t>Google Cloud/Coursera beginner vibe-coding course learner count observed during the same pass.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1B2F9-FED4-4E4A-85D7-AB2D732C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25717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79EAC-5C40-46CE-BAFC-17D5B385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03B9C-C3FB-4700-B02D-4C58466D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21907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$4.86B -&gt; $26.03B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24D93-BE27-4EDD-B5F0-337BFEB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21717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66717D"/>
                </a:solidFill>
                <a:latin typeface="Aptos"/>
                <a:ea typeface="Aptos"/>
                <a:cs typeface="Aptos"/>
              </a:rPr>
              <a:t>Grand View Research projection for the AI code tools market, 2023 to 2030.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858AA-E994-43F3-B52C-098DBFFA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213360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80CA2-5FB5-47C0-99E1-341CD53F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6E57A-8D53-4704-A884-B4BDB21B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17526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Low trust in AI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62F7B-38AC-4848-99D1-0C1FF88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173355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66717D"/>
                </a:solidFill>
                <a:latin typeface="Aptos"/>
                <a:ea typeface="Aptos"/>
                <a:cs typeface="Aptos"/>
              </a:rPr>
              <a:t>Stack Overflow notes adoption alongside a trust gap, creating demand for verification education.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2B356-D7D3-41AC-8916-374D3C0A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668000" cy="781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8F3"/>
          </a:solidFill>
          <a:ln xmlns:a="http://schemas.openxmlformats.org/drawingml/2006/main" w="9525">
            <a:solidFill>
              <a:srgbClr val="DCE8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812D9-4C52-46F7-8F02-F38407D1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1428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Competitive 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5CAE3-60C6-42A8-AD41-A6C583DF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91075"/>
            <a:ext cx="80962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 builders generate; AI IDEs intimidate; traditional courses move slowly; creator communities fragment. coding.kitty/learn can own the trusted workflow layer.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AC845-3A12-42B5-9D52-D9A4834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88BF1-4713-4E7F-A460-998B6100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C77EB8-1AEC-49B3-A26C-466E2B94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Market Research and Competitor Landscape notes; Coursera, Stack Overflow, Grand View Research links captured in notes.</a:t>
            </a:r>
          </a:p>
        </p:txBody>
      </p:sp>
    </p:spTree>
    <p:extLst>
      <p:ext uri="{BB962C8B-B14F-4D97-AF65-F5344CB8AC3E}">
        <p14:creationId xmlns:p14="http://schemas.microsoft.com/office/powerpoint/2010/main" val="14278316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EE32BF-C373-444D-B008-B3F296A4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CB2DF8E2-2EE8-43D5-9CE5-B3F0AFC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8834D71F-A47E-4B60-8F27-5675189D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3619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GO-TO-MARKET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BF29F-9262-4B7D-8608-68FB6A74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Coding Kitty already has the top of funnel most education startups have to buy.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950AA-172B-45B6-9E57-23C98481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Short-form explainers can become direct entry points into guided lessons, projects, community, and paid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8C3F6-50B8-4AA8-A8A9-3B904B0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17526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6D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9840B-E2C5-4D3B-A0A8-0865FC84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90750"/>
            <a:ext cx="12954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Short-form explainers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53A29-9834-4201-9501-BB070B7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52725"/>
            <a:ext cx="17526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B9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EEF5C-00CC-4F87-AE03-6103F2B3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0375"/>
            <a:ext cx="12954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Free first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0EC96-87F9-44DC-AFEF-5EBB2DBD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848225"/>
            <a:ext cx="17526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0B697-A421-4AB0-BB16-A62D0B9F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95875"/>
            <a:ext cx="12954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Deployed showcases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2219D-1A53-4001-85DB-A590D014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48225"/>
            <a:ext cx="17526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8F5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93D6E-D40D-4280-8B71-E9655288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095875"/>
            <a:ext cx="12954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Discord +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394B6-612B-4B14-A0C2-6DAA9630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52725"/>
            <a:ext cx="17526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03655-7A66-4D1E-892D-F391FE6E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0375"/>
            <a:ext cx="12954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Paid paths + sponsor labs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D0180-576D-4526-A58C-D6B918F7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ED"/>
          </a:solidFill>
          <a:ln xmlns:a="http://schemas.openxmlformats.org/drawingml/2006/main" w="19050">
            <a:solidFill>
              <a:srgbClr val="0E7C7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71B93-B816-47E2-BD4C-73429083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05200"/>
            <a:ext cx="1143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Trust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51FA2-C30C-4B67-873E-36633458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48100"/>
            <a:ext cx="11811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63">
                <a:solidFill>
                  <a:srgbClr val="66717D"/>
                </a:solidFill>
                <a:latin typeface="Aptos"/>
                <a:ea typeface="Aptos"/>
                <a:cs typeface="Aptos"/>
              </a:rPr>
              <a:t>learn -&gt; build -&gt; share -&gt; improve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50A41-5558-440A-9720-2911A5C1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48350"/>
            <a:ext cx="9715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Content CTAs can point to exact lessons: GitHub explained, deployment, prompting, databases, environment variables, and AI debugging.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940C4-AB7C-44BE-9546-3D804FF7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8F429-B8C9-4A89-9AE9-5673BB7C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1C3B0-A29A-4152-801C-B89CB5AE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Marketing Strategy, Social Presence Audit, and Sponsorship Inventory notes.</a:t>
            </a:r>
          </a:p>
        </p:txBody>
      </p:sp>
    </p:spTree>
    <p:extLst>
      <p:ext uri="{BB962C8B-B14F-4D97-AF65-F5344CB8AC3E}">
        <p14:creationId xmlns:p14="http://schemas.microsoft.com/office/powerpoint/2010/main" val="17700900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78A30-5E6C-4C25-AD21-28EC6E83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E8F6ED15-2A5C-48A4-BC11-17DDBB90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C0713305-CBC5-4350-BBF6-0C05706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3619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316C3-EABF-4DEE-98C5-74F7F185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freemium to prove trust, then monetize higher-intent building.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DCD2C-D241-411E-B52D-C040844F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first product should not rely on unlimited AI usage. Monetize structured content, project paths, reviews, community, and sponsors.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48021-2E11-4843-9D4B-B9238C60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47900" cy="2343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F0ED"/>
          </a:solidFill>
          <a:ln xmlns:a="http://schemas.openxmlformats.org/drawingml/2006/main" w="9525">
            <a:solidFill>
              <a:srgbClr val="0E7C7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8166F-2FF3-46D2-8CBE-EA616585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8669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C9C99-7ACD-42C9-B72F-7EC4BB6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17907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Personal website path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Prompt templates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Basic tracking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Community entry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AF2D6-EB04-4E00-823B-07208F88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A7712-9653-4BB5-93B5-08B0280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Trust + activation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714EB-1CCE-4059-94DC-FF791030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67000"/>
            <a:ext cx="2247900" cy="2343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1C8"/>
          </a:solidFill>
          <a:ln xmlns:a="http://schemas.openxmlformats.org/drawingml/2006/main" w="9525">
            <a:solidFill>
              <a:srgbClr val="F4B9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07961-727F-4DA3-B129-AC4A1AC7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95600"/>
            <a:ext cx="18669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Paid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EAD09-852A-40A6-A79B-FEDA6FF1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52800"/>
            <a:ext cx="17907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Productivity app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Automation modules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Templates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Advanced Git/deploy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475E6-9DB4-4084-AE17-85F421B6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243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3FEF9-ABC1-4D95-A352-458A918C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148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Learner 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D29FE-343A-4996-A2F9-121B6296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2247900" cy="2343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2DC"/>
          </a:solidFill>
          <a:ln xmlns:a="http://schemas.openxmlformats.org/drawingml/2006/main" w="9525">
            <a:solidFill>
              <a:srgbClr val="F26D5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94CDB-C33D-435A-90BA-D1DEAD86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18669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Human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098F1-910E-4283-92F1-35DC2D09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52800"/>
            <a:ext cx="17907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Project reviews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Office hours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Cohort-lite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Certificates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CB1C0-0F1E-44C5-9E6D-26171082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243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62C3A-2744-41E1-9425-8EDCF262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148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Premium ARPU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8E537-8266-41DE-853B-382811CE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2247900" cy="2343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8F3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B775B-1C80-4783-A9E9-5B492C6A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18669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Sponsor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3A66B-4D9D-41F3-A02D-FA7C4DB1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17907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Build with X labs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Challenges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Partner pages</a:t>
            </a:r>
          </a:p>
          <a:p xmlns:a="http://schemas.openxmlformats.org/drawingml/2006/main">
            <a:pPr algn="ctr">
              <a:defRPr sz="105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7212B"/>
                </a:solidFill>
                <a:latin typeface="Aptos"/>
                <a:ea typeface="Aptos"/>
                <a:cs typeface="Aptos"/>
              </a:rPr>
              <a:t>Hackathon tie-ins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71034-08FD-47BB-A8B9-AF9815FF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243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56083-29EC-43B5-8DB3-210208A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14850"/>
            <a:ext cx="1790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B2B revenue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96536-AAA6-4080-8349-94D1BCF0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05450"/>
            <a:ext cx="98107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88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88">
                <a:solidFill>
                  <a:srgbClr val="66717D"/>
                </a:solidFill>
                <a:latin typeface="Aptos"/>
                <a:ea typeface="Aptos"/>
                <a:cs typeface="Aptos"/>
              </a:rPr>
              <a:t>Near-term pricing remains open. Recommended model: free wedge + one-time paid project path or membership, with sponsor-backed modules where tool fit is natural.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1A0CC-235E-4806-962D-9EFE57A5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61CA0-D49A-4F6E-B77C-0DCF603E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A110CE-6E6A-44A7-8A99-A5CDD67C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Business Plan, Monetization Strategy, and Market Research notes.</a:t>
            </a:r>
          </a:p>
        </p:txBody>
      </p:sp>
    </p:spTree>
    <p:extLst>
      <p:ext uri="{BB962C8B-B14F-4D97-AF65-F5344CB8AC3E}">
        <p14:creationId xmlns:p14="http://schemas.microsoft.com/office/powerpoint/2010/main" val="8242038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147DB-0C70-41D4-8286-1582AFF1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01549BC2-79FD-48EA-B2BF-0CC29013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77B72B4A-10E1-4205-B594-2F1D560A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3619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CD0C6-4EB4-40E2-AE2B-6EE4EE46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De-risk in phases: prove completion before expanding the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43E22-7C79-4C91-BC43-4F15AA58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business case gets stronger if the first 90 days measure learner outcomes, not just signups.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B694C-8035-497E-A1FF-8479123B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33750"/>
            <a:ext cx="2438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56FA6-B227-4897-8CC1-7287E48D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7BDC7-79C2-43BB-A636-DCB7ABDE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1945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F90B4-6884-4389-9B4F-CFD54EA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133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Phase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C9AC2-9B2F-4D03-A065-09CC9CF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1336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7F5C0-36C8-4E12-9CA0-9289C27E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1905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66717D"/>
                </a:solidFill>
                <a:latin typeface="Aptos"/>
                <a:ea typeface="Aptos"/>
                <a:cs typeface="Aptos"/>
              </a:rPr>
              <a:t>Define MVP path, personas, initial tools, freemium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FA9C4-03AE-43CD-BE5C-3B793659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2438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2F2A2-BD4F-4050-9D31-29F1D6E6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DE25D-E8F7-427F-B825-B9FE4C9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19EAE-B628-496F-B0B2-EF2FCB6E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2133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2563D-0061-468C-A6EC-9422865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21336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E305E-F02E-4B4F-8690-76C3C5E3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48200"/>
            <a:ext cx="1905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66717D"/>
                </a:solidFill>
                <a:latin typeface="Aptos"/>
                <a:ea typeface="Aptos"/>
                <a:cs typeface="Aptos"/>
              </a:rPr>
              <a:t>Landing entry, personal website path, progress, prompts, Git checkpoints, deployment.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2B8D1-FABB-4486-A6DE-C348EA2B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2438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70243-E97E-48DE-97B3-145E48B3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4C93A-167B-42DE-9B20-5BAB5967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B1768-D21E-498F-B47A-2AFE04C6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2133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83E0C-F3B7-46BC-8A22-C5890BE1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21336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Paid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45539-4526-4423-9B12-3BF4B7CD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1905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66717D"/>
                </a:solidFill>
                <a:latin typeface="Aptos"/>
                <a:ea typeface="Aptos"/>
                <a:cs typeface="Aptos"/>
              </a:rPr>
              <a:t>Productivity app, deeper Git and infrastructure modules, templates, reviews.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18143-6FDE-47FB-8074-43A0B863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333750"/>
            <a:ext cx="2438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E7FE4-8572-46C4-93B1-BFA74F4B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908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2062B2-D7C9-499B-B56C-76B06AC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1945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A6717-2B71-48C4-88B7-FD25E4DD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0"/>
            <a:ext cx="21336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369132-D019-4369-8600-6A124401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67200"/>
            <a:ext cx="21336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Expansion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E72C5F-F8C4-41F8-8A68-2A151916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48200"/>
            <a:ext cx="19050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90">
                <a:solidFill>
                  <a:srgbClr val="66717D"/>
                </a:solidFill>
                <a:latin typeface="Aptos"/>
                <a:ea typeface="Aptos"/>
                <a:cs typeface="Aptos"/>
              </a:rPr>
              <a:t>More tracks, showcase, sponsor labs, challenges, cohorts, badges.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5CA01F-0A2B-4509-8A03-B0CCBDB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10058400" cy="514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A5D3A7-FDE6-41B4-80E4-3FA0858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76475"/>
            <a:ext cx="15240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Validation 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F5CEC6-3C03-4957-AAE7-72C45DBB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7715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7212B"/>
                </a:solidFill>
                <a:latin typeface="Aptos"/>
                <a:ea typeface="Aptos"/>
                <a:cs typeface="Aptos"/>
              </a:rPr>
              <a:t>Free-path starts, completion rate, deployed projects, checkpoint usage, Discord/showcase submissions, paid path waitlist, sponsor interest.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FD237-9AB0-44EC-8B25-6D77E8EC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EF821-85F9-4138-861F-541531AB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966E8D-0FCF-4C01-845E-904D19DC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Roadmap, MVP Scope, and Product-Market Fit notes.</a:t>
            </a:r>
          </a:p>
        </p:txBody>
      </p:sp>
    </p:spTree>
    <p:extLst>
      <p:ext uri="{BB962C8B-B14F-4D97-AF65-F5344CB8AC3E}">
        <p14:creationId xmlns:p14="http://schemas.microsoft.com/office/powerpoint/2010/main" val="12591895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F91654-7BF4-4617-842B-2A01E4F8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>
            <a:noFill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3F7EAEF2-7466-4103-9A86-6A5551FB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>
            <a:noFill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C9F6C810-DC28-4BAA-A428-B950506C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3619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08619-FEC8-4F84-B8D9-751700E0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Business case: greenlight a focused MVP, not a full course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08057-3E3F-4C58-9E1A-CC0391DA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next move is a thin but credible product that converts existing audience trust into measurable learner success.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C7B58-9D6D-4380-B79D-052F338A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762500" cy="2857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E9294-57E8-4719-97B6-A1A3D5ED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905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266BA-F512-4D63-A8DE-F0DE42D3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5A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8CDE1-AD7A-48BF-B586-1E0A3AE0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114300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68141-A448-4F49-A298-61DC8A8D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57550"/>
            <a:ext cx="3143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17212B"/>
                </a:solidFill>
                <a:latin typeface="Aptos"/>
                <a:ea typeface="Aptos"/>
                <a:cs typeface="Aptos"/>
              </a:rPr>
              <a:t>AI coding tools are mainstreaming, but trust and verification lag.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B3A8F-67B1-4DD8-B791-60874ED6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5A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44066-BC5B-469F-94B3-4F45A54E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43325"/>
            <a:ext cx="114300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302C8-44FE-4D4E-BB3B-327E57D1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3143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17212B"/>
                </a:solidFill>
                <a:latin typeface="Aptos"/>
                <a:ea typeface="Aptos"/>
                <a:cs typeface="Aptos"/>
              </a:rPr>
              <a:t>Vibe-coding education demand is already visible in mainstream course platforms.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B8B5E-58F5-4DE6-B1DF-11540FAE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5A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F6656-AD43-48D7-AC23-1E16CE3A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0525"/>
            <a:ext cx="114300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063E6-B07E-4630-A5FE-DA1190B7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71950"/>
            <a:ext cx="3143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17212B"/>
                </a:solidFill>
                <a:latin typeface="Aptos"/>
                <a:ea typeface="Aptos"/>
                <a:cs typeface="Aptos"/>
              </a:rPr>
              <a:t>Tool churn favors a tool-agnostic learning layer.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E6A54-4A76-4CBF-BA46-805C2F32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5A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F9783-9BF1-49D8-9A44-5FC1727E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57725"/>
            <a:ext cx="114300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83BB0-CFE0-4C35-B93F-867246FF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3143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17212B"/>
                </a:solidFill>
                <a:latin typeface="Aptos"/>
                <a:ea typeface="Aptos"/>
                <a:cs typeface="Aptos"/>
              </a:rPr>
              <a:t>Coding Kitty has distribution and sponsor credibility now.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5070F-79EE-4FD1-A4F8-78AD477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762500" cy="2857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119C4-4D5B-4F2D-AAE9-94001AB8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90-day 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B3A89-531D-4308-A9C3-7FFB80F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37338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the free personal website path, support 2-3 beginner-friendly tool recipes, launch from Coding Kitty content, and instrument completion plus deployment outcomes.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3FF0A-02AD-4CBC-A0F9-C6D3DDD3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9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5C8D5-6934-4244-B1A4-950D0584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1143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BFAD2-3A68-4F8C-B071-F6241614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48200"/>
            <a:ext cx="25717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CE8F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DCE8F3"/>
                </a:solidFill>
                <a:latin typeface="Aptos"/>
                <a:ea typeface="Aptos"/>
                <a:cs typeface="Aptos"/>
              </a:rPr>
              <a:t>Proceed to paid productivity app path if learners complete, deploy, share, and ask for deeper support.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DE3F3-8DCA-4710-BA74-734E692E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5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2117D-E3E5-484E-B495-E7736D4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coding.kitty/learn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BE46B-2FFE-49E0-A2ED-5190D226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76390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13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Sources: consolidated business case from coding.kitty/learn notes and Coding Kitty strategy notes.</a:t>
            </a:r>
          </a:p>
        </p:txBody>
      </p:sp>
    </p:spTree>
    <p:extLst>
      <p:ext uri="{BB962C8B-B14F-4D97-AF65-F5344CB8AC3E}">
        <p14:creationId xmlns:p14="http://schemas.microsoft.com/office/powerpoint/2010/main" val="486766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2026-06-08T21:26:57.0750000Z</dcterms:created>
  <dcterms:modified xsi:type="dcterms:W3CDTF">2026-06-08T21:26:57.0750000Z</dcterms:modified>
</coreProperties>
</file>