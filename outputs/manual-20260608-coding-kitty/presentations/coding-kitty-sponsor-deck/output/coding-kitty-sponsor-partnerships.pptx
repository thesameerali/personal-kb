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77234002084e08" /><Relationship Type="http://schemas.openxmlformats.org/officeDocument/2006/relationships/extended-properties" Target="/docProps/app.xml" Id="R8f28c7d273644a0e" /><Relationship Type="http://schemas.openxmlformats.org/officeDocument/2006/relationships/officeDocument" Target="/ppt/presentation.xml" Id="Rc3ae272464a84e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87280d8a8d4020"/>
  </p:sldMasterIdLst>
  <p:notesMasterIdLst>
    <p:notesMasterId xmlns:r="http://schemas.openxmlformats.org/officeDocument/2006/relationships" r:id="Rb22a75d982b34819"/>
  </p:notesMasterIdLst>
  <p:sldIdLst>
    <p:sldId xmlns:r="http://schemas.openxmlformats.org/officeDocument/2006/relationships" id="256" r:id="Ra15a9abb89bb4c05"/>
    <p:sldId xmlns:r="http://schemas.openxmlformats.org/officeDocument/2006/relationships" id="257" r:id="Rcbccb41570934794"/>
    <p:sldId xmlns:r="http://schemas.openxmlformats.org/officeDocument/2006/relationships" id="258" r:id="Rd9491edcdc6d43f4"/>
    <p:sldId xmlns:r="http://schemas.openxmlformats.org/officeDocument/2006/relationships" id="259" r:id="R080ae7c04fd646fd"/>
    <p:sldId xmlns:r="http://schemas.openxmlformats.org/officeDocument/2006/relationships" id="260" r:id="Rc835f567c7814df4"/>
    <p:sldId xmlns:r="http://schemas.openxmlformats.org/officeDocument/2006/relationships" id="261" r:id="R51cef4eae482428d"/>
    <p:sldId xmlns:r="http://schemas.openxmlformats.org/officeDocument/2006/relationships" id="262" r:id="R0b2eb07be3c64bc8"/>
    <p:sldId xmlns:r="http://schemas.openxmlformats.org/officeDocument/2006/relationships" id="263" r:id="R61b9ccd13c384325"/>
    <p:sldId xmlns:r="http://schemas.openxmlformats.org/officeDocument/2006/relationships" id="264" r:id="R17ea14455d1c4a1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5fbd624daf4dc5" /><Relationship Type="http://schemas.openxmlformats.org/officeDocument/2006/relationships/slideMaster" Target="/ppt/slideMasters/slideMaster1.xml" Id="R9087280d8a8d4020" /><Relationship Type="http://schemas.openxmlformats.org/officeDocument/2006/relationships/notesMaster" Target="/ppt/notesMasters/notesMaster1.xml" Id="Rb22a75d982b34819" /><Relationship Type="http://schemas.openxmlformats.org/officeDocument/2006/relationships/presProps" Target="/ppt/presProps.xml" Id="Rd569a5f432ea4b57" /><Relationship Type="http://schemas.openxmlformats.org/officeDocument/2006/relationships/viewProps" Target="/ppt/viewProps.xml" Id="R019fa60d6f014271" /><Relationship Type="http://schemas.openxmlformats.org/officeDocument/2006/relationships/tableStyles" Target="/ppt/tableStyles.xml" Id="Rcf6e457cf792448c" /><Relationship Type="http://schemas.openxmlformats.org/officeDocument/2006/relationships/slide" Target="/ppt/slides/slide1.xml" Id="Ra15a9abb89bb4c05" /><Relationship Type="http://schemas.openxmlformats.org/officeDocument/2006/relationships/slide" Target="/ppt/slides/slide2.xml" Id="Rcbccb41570934794" /><Relationship Type="http://schemas.openxmlformats.org/officeDocument/2006/relationships/slide" Target="/ppt/slides/slide3.xml" Id="Rd9491edcdc6d43f4" /><Relationship Type="http://schemas.openxmlformats.org/officeDocument/2006/relationships/slide" Target="/ppt/slides/slide4.xml" Id="R080ae7c04fd646fd" /><Relationship Type="http://schemas.openxmlformats.org/officeDocument/2006/relationships/slide" Target="/ppt/slides/slide5.xml" Id="Rc835f567c7814df4" /><Relationship Type="http://schemas.openxmlformats.org/officeDocument/2006/relationships/slide" Target="/ppt/slides/slide6.xml" Id="R51cef4eae482428d" /><Relationship Type="http://schemas.openxmlformats.org/officeDocument/2006/relationships/slide" Target="/ppt/slides/slide7.xml" Id="R0b2eb07be3c64bc8" /><Relationship Type="http://schemas.openxmlformats.org/officeDocument/2006/relationships/slide" Target="/ppt/slides/slide8.xml" Id="R61b9ccd13c384325" /><Relationship Type="http://schemas.openxmlformats.org/officeDocument/2006/relationships/slide" Target="/ppt/slides/slide9.xml" Id="R17ea14455d1c4a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580e83942147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2d73e5a4e84288" /><Relationship Type="http://schemas.openxmlformats.org/officeDocument/2006/relationships/notesMaster" Target="/ppt/notesMasters/notesMaster1.xml" Id="R4edf66e9d46246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7af484ef544ffa" /><Relationship Type="http://schemas.openxmlformats.org/officeDocument/2006/relationships/notesMaster" Target="/ppt/notesMasters/notesMaster1.xml" Id="Raaef269048cf4a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6f40ef29854e51" /><Relationship Type="http://schemas.openxmlformats.org/officeDocument/2006/relationships/notesMaster" Target="/ppt/notesMasters/notesMaster1.xml" Id="R35f7a0981a2f4d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532318a3a642c0" /><Relationship Type="http://schemas.openxmlformats.org/officeDocument/2006/relationships/notesMaster" Target="/ppt/notesMasters/notesMaster1.xml" Id="R928f460d25c049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cffe394bec4fcc" /><Relationship Type="http://schemas.openxmlformats.org/officeDocument/2006/relationships/notesMaster" Target="/ppt/notesMasters/notesMaster1.xml" Id="R23c05713ce4d45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d3e824991b4442" /><Relationship Type="http://schemas.openxmlformats.org/officeDocument/2006/relationships/notesMaster" Target="/ppt/notesMasters/notesMaster1.xml" Id="R49b0a07ba1854c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a5186cb3a54095" /><Relationship Type="http://schemas.openxmlformats.org/officeDocument/2006/relationships/notesMaster" Target="/ppt/notesMasters/notesMaster1.xml" Id="R95cf1c91a8994d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1800d021514afa" /><Relationship Type="http://schemas.openxmlformats.org/officeDocument/2006/relationships/notesMaster" Target="/ppt/notesMasters/notesMaster1.xml" Id="R36dccb94664c48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b7298979d8487e" /><Relationship Type="http://schemas.openxmlformats.org/officeDocument/2006/relationships/notesMaster" Target="/ppt/notesMasters/notesMaster1.xml" Id="R3ce1373120c846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e89109c7404e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2650d42a7d47db" /><Relationship Type="http://schemas.openxmlformats.org/officeDocument/2006/relationships/slideLayout" Target="/ppt/slideLayouts/slideLayout1.xml" Id="R98836ed63ad14d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836ed63ad14d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d072197474c61" /><Relationship Type="http://schemas.openxmlformats.org/officeDocument/2006/relationships/image" Target="/ppt/media/image.bin" Id="R56284084923a4bfd" /><Relationship Type="http://schemas.openxmlformats.org/officeDocument/2006/relationships/notesSlide" Target="/ppt/notesSlides/notesSlide1.xml" Id="Rd9236d025f104e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23280b49f4e37" /><Relationship Type="http://schemas.openxmlformats.org/officeDocument/2006/relationships/notesSlide" Target="/ppt/notesSlides/notesSlide2.xml" Id="Rb6beeaed67314c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a41ad8ed44eef" /><Relationship Type="http://schemas.openxmlformats.org/officeDocument/2006/relationships/notesSlide" Target="/ppt/notesSlides/notesSlide3.xml" Id="Re334fa67502c47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bf78fdba94849" /><Relationship Type="http://schemas.openxmlformats.org/officeDocument/2006/relationships/notesSlide" Target="/ppt/notesSlides/notesSlide4.xml" Id="Re5a887acae0c40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6dc39a96b46da" /><Relationship Type="http://schemas.openxmlformats.org/officeDocument/2006/relationships/image" Target="/ppt/media/image.png" Id="R5ac30e7f901d4c6b" /><Relationship Type="http://schemas.openxmlformats.org/officeDocument/2006/relationships/notesSlide" Target="/ppt/notesSlides/notesSlide5.xml" Id="Rde504ac0aa2348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2a5fe3c2c417e" /><Relationship Type="http://schemas.openxmlformats.org/officeDocument/2006/relationships/notesSlide" Target="/ppt/notesSlides/notesSlide6.xml" Id="R4ea84afe5eeb49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bbd13dfc14195" /><Relationship Type="http://schemas.openxmlformats.org/officeDocument/2006/relationships/notesSlide" Target="/ppt/notesSlides/notesSlide7.xml" Id="R16995f8440164b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0c7f802ab49ed" /><Relationship Type="http://schemas.openxmlformats.org/officeDocument/2006/relationships/notesSlide" Target="/ppt/notesSlides/notesSlide8.xml" Id="R1ac6c8476f4942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fb77a520349a8" /><Relationship Type="http://schemas.openxmlformats.org/officeDocument/2006/relationships/notesSlide" Target="/ppt/notesSlides/notesSlide9.xml" Id="R99935fd28b804ad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9C714C-6479-4050-BC5A-6D6709D1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D7AB22-F0C0-499D-86FB-EC386A85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17029-0458-41D9-9BD5-FA67DC92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3BA9A9-D658-4DB0-9E60-2D4D4359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A1518-464F-4B16-AC11-070D59A9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C99D9-1B50-414B-B855-A1877CBE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E08FEC-AC17-44F9-8797-9940233B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ACCABC-F7DA-4032-89DC-3EBA460B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56E75-503F-4743-AA9B-6D90150C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5BFB0D-C20E-4A6A-9AF3-E5863985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9BBBC7-0283-4CA9-8F91-4E7802F7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5A6694-10E2-4998-823A-3DFCDB0E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3AD2C3-6D1A-45B6-AC99-3A3EE4E2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A61C7D-FD3C-4D59-B635-F10C96EE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CF8104-A4F7-4F35-8094-DF8D8CC6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DAFB95-962D-43DE-A4A5-D4AAEF8A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40CDB9-CEA8-46CD-B5DE-90038471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0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3F519A-4713-4297-8458-D9259DC9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65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D5F3A9-DFA7-4FE9-9241-AD87081F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&lt;coding.kitty /&gt;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2984B3-0F24-46EF-9EFF-EF1D259F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A76BEC-D4B2-42B3-AA34-4F647070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BDEC72-74C1-4EC1-909A-346683B9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047"/>
          </a:solidFill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182BF4-7B35-435C-B133-A4E69F8D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2209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SPONSOR PARTNERSHIPS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6E2B48-F689-4803-AE60-07C9923D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7239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Arial Black"/>
                <a:ea typeface="Arial Black"/>
                <a:cs typeface="Arial Black"/>
              </a:defRPr>
            </a:pPr>
            <a:r>
              <a:rPr sz="4350" b="1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Coding concepts,</a:t>
            </a:r>
          </a:p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Arial Black"/>
                <a:ea typeface="Arial Black"/>
                <a:cs typeface="Arial Black"/>
              </a:defRPr>
            </a:pPr>
            <a:r>
              <a:rPr sz="4350" b="1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explained by cats.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8F221D-93B7-4082-B3CB-3578CD4E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590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>
                    <a:alpha val="6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0000">
                    <a:alpha val="60000"/>
                  </a:srgbClr>
                </a:solidFill>
                <a:latin typeface="Aptos"/>
                <a:ea typeface="Aptos"/>
                <a:cs typeface="Aptos"/>
              </a:rPr>
              <a:t>Developer education with a playful, memorable format for builders, beginners, and dev-curious audiences.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027C4C-8A9A-44DF-BFBE-92CD8FF5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200150"/>
            <a:ext cx="3238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D9123F-49AD-4A0B-8649-3E949CE2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23950"/>
            <a:ext cx="3238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0000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284084923a4bfd"/>
          <a:stretch xmlns:a="http://schemas.openxmlformats.org/drawingml/2006/main"/>
        </p:blipFill>
        <p:spPr>
          <a:xfrm xmlns:a="http://schemas.openxmlformats.org/drawingml/2006/main">
            <a:off x="8420100" y="1409700"/>
            <a:ext cx="2038350" cy="20383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CF5D40-E113-4566-A65E-088DB58F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62350"/>
            <a:ext cx="2095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/\_/\\</a:t>
            </a:r>
          </a:p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 o.o )</a:t>
            </a:r>
          </a:p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/&gt;   &lt;\\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AB0BEA-AF1E-4EA9-BA89-80BC3ABF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9200"/>
            <a:ext cx="962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39D204-76BF-485F-A19B-E5192996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962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65B2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605648-8FD6-459E-8662-30712C3B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909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Instagram @coding.kitty  ·  TikTok @coding.kitty7  ·  Discord community  ·  hackthekitty.com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55BB44-3D77-4B6C-83EC-C42596BC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0000">
                    <a:alpha val="34902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0000">
                    <a:alpha val="34902"/>
                  </a:srgbClr>
                </a:solidFill>
                <a:latin typeface="Aptos"/>
                <a:ea typeface="Aptos"/>
                <a:cs typeface="Aptos"/>
              </a:rPr>
              <a:t>Public sites and internal notes snapshot. Contact: contact@thecodingkitty.com</a:t>
            </a:r>
          </a:p>
        </p:txBody>
      </p:sp>
    </p:spTree>
    <p:extLst>
      <p:ext uri="{BB962C8B-B14F-4D97-AF65-F5344CB8AC3E}">
        <p14:creationId xmlns:p14="http://schemas.microsoft.com/office/powerpoint/2010/main" val="92380225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597871-C178-4650-8D81-FF3F57D9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F47AA-37D2-4B76-9CE0-C0D54C6F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5C89F-D02C-4277-AFD5-7C49627E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5F2FA-21B9-4A55-84E3-7A4E23B4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C9C2C3-9B73-4A45-BD87-37E00AF6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C6CDC-48ED-4F61-A9D6-7D889071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879589-0E00-46DC-9E58-9C8665F6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877A0-1FF5-4810-B65E-C7A8BBD6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77766-7C2E-46EC-A2C8-9B04486E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63E188-587D-48D0-AE60-5577ECD5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61473B-D74A-4259-A76F-4D961141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DB4913-71B9-40B5-9855-7A88C0E5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765332-B45E-4EBF-8A40-158C0861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41204C-5741-4B0C-9006-75DB1E30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1F3F6C-9054-4775-90F7-17F67560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DB8691-667A-431E-AE75-C888E2D9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819F2C-023F-4141-BDA4-43FF6271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0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386375-E58E-473A-BF28-74946F2F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65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A409ED-290C-433A-98C3-FDBDDE5C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01 / What it 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D1794A-F9C6-4FDE-A1A4-7F3B7771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66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 Black"/>
                <a:ea typeface="Arial Black"/>
                <a:cs typeface="Arial Black"/>
              </a:defRPr>
            </a:pPr>
            <a:r>
              <a:rPr sz="3000" b="1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A simple hook with real educational utility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01F12D-8F19-49EA-B15D-D06F60EE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>
                    <a:alpha val="6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0000">
                    <a:alpha val="60000"/>
                  </a:srgbClr>
                </a:solidFill>
                <a:latin typeface="Aptos"/>
                <a:ea typeface="Aptos"/>
                <a:cs typeface="Aptos"/>
              </a:rPr>
              <a:t>coding.kitty makes technical ideas approachable without losing the developer audience.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09B8A3-01B3-46F6-93E6-2FE37443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95300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A1E930-F8CE-4897-8130-9FF856BA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95300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8BD1B8-4017-454E-A393-87D0E04E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047"/>
          </a:solidFill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14AEB4-88F9-4851-A5EC-1F1F9F06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6225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Short-form educational explainers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62A862-D84A-478F-9D03-2B416811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65B2"/>
          </a:solidFill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D8E532-DF6E-43BA-8C4D-01CD431E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Technical concepts in plain English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21B281-4866-49B4-9F99-9C1AA5CA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6A9F49-1D07-4171-B47A-1C81F7BD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Cat-led identity people remember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505BD6-EA28-4299-8048-44AA0F45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65F2"/>
          </a:solidFill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DCE10F-EA1C-42C5-8263-6ABA095C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Beginner-friendly without feeling childish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A2FE51-8DA3-40F7-81C8-F1CE57DE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047"/>
          </a:solidFill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6627F7-F801-4929-8D21-36196927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1485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Connected to website, Discord, and events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5F1DC2-1593-4044-831D-8302EDCC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52700"/>
            <a:ext cx="39814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09FE31-C81C-410A-9CFA-3875B445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76500"/>
            <a:ext cx="39814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047"/>
          </a:solidFill>
          <a:ln xmlns:a="http://schemas.openxmlformats.org/drawingml/2006/main" w="47625">
            <a:solidFill>
              <a:srgbClr val="0000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A69280-151B-47FA-B946-1BF4627B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81300"/>
            <a:ext cx="3390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0000"/>
                </a:solidFill>
                <a:latin typeface="Arial Black"/>
                <a:ea typeface="Arial Black"/>
                <a:cs typeface="Arial Black"/>
              </a:defRPr>
            </a:pPr>
            <a:r>
              <a:rPr sz="2850" b="1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Not just meme content.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99AA1C-A515-49E3-B67C-EEBE265D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005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Educational content packaged in a format people remember and share.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E6297F-A20E-43CD-AA76-16334351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0000">
                    <a:alpha val="34902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0000">
                    <a:alpha val="34902"/>
                  </a:srgbClr>
                </a:solidFill>
                <a:latin typeface="Aptos"/>
                <a:ea typeface="Aptos"/>
                <a:cs typeface="Aptos"/>
              </a:rPr>
              <a:t>Positioning verified from thecodingkitty.com and internal social audit.</a:t>
            </a:r>
          </a:p>
        </p:txBody>
      </p:sp>
    </p:spTree>
    <p:extLst>
      <p:ext uri="{BB962C8B-B14F-4D97-AF65-F5344CB8AC3E}">
        <p14:creationId xmlns:p14="http://schemas.microsoft.com/office/powerpoint/2010/main" val="17823864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5FA0E3-CCC2-4AD8-9663-9B08B87B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8B6A2D-26ED-494E-9AE6-15DB7A0D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3454C9-B577-4496-AFC8-5A3335CE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21645-E1A6-4EA9-9A44-AADCCC4C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D7B58-CF7E-4C90-BA83-45A3A035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7F3B5-8046-42CA-92A2-7A03E9AA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D28DB3-94E7-4932-BE22-9B05C8E8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2D53AE-F0E4-46CC-873B-2CDB16DC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8BDEA6-D433-4610-92A2-45C010B6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70D6E-4CAE-42F4-99F0-6D4B5409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31F9B-CE32-48E2-9411-B09FEA4F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5F623F-1BDE-4DFA-AB84-E38F663C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6880DE-65E5-494A-A983-85D6D974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E35033-AA0F-4D1F-BCA3-C7731076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748EF9-45BD-4814-B4C5-AE5C8E81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E70144-103D-4450-AFEA-3BDD0EDF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C16D47-798A-4D37-A766-FE70219A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0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26C3F0-7F1A-45AD-BD39-5EDEBFDA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65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6CA1DC-2D01-483B-96A0-2DBF38DA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02 / Reach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293170-048B-4F29-99C6-8BAFB5B5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66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 Black"/>
                <a:ea typeface="Arial Black"/>
                <a:cs typeface="Arial Black"/>
              </a:defRPr>
            </a:pPr>
            <a:r>
              <a:rPr sz="3000" b="1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A multi-platform developer education audience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0E4454-0CEB-4E58-98BA-7AFE5628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>
                    <a:alpha val="6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0000">
                    <a:alpha val="60000"/>
                  </a:srgbClr>
                </a:solidFill>
                <a:latin typeface="Aptos"/>
                <a:ea typeface="Aptos"/>
                <a:cs typeface="Aptos"/>
              </a:rPr>
              <a:t>Public snapshot from internal notes captured May 25, 2026; replace with live analytics before final sponsor send.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A6A421-E0C3-4450-AF57-7B81AF86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2362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D0FD3D-F528-44BF-8364-E2C46BAF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2362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5386B8-8088-4C14-9EDC-32F53C4E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2019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00000"/>
                </a:solidFill>
                <a:latin typeface="Arial Black"/>
                <a:ea typeface="Arial Black"/>
                <a:cs typeface="Arial Black"/>
              </a:defRPr>
            </a:pPr>
            <a:r>
              <a:rPr sz="2700" b="1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173K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AFE227-F54A-48F7-859B-2CF3303B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2019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Instagram followers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27E70D-1042-4831-8D81-3ACF0A4B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71750"/>
            <a:ext cx="2362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69B411-5554-4785-AFF4-4805AE1B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95550"/>
            <a:ext cx="2362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BBA1EC-2896-4A37-8C44-6682E194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86050"/>
            <a:ext cx="2019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00000"/>
                </a:solidFill>
                <a:latin typeface="Arial Black"/>
                <a:ea typeface="Arial Black"/>
                <a:cs typeface="Arial Black"/>
              </a:defRPr>
            </a:pPr>
            <a:r>
              <a:rPr sz="2700" b="1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74.8K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925655-DEE6-4920-9FCB-0D55A7B5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19450"/>
            <a:ext cx="2019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TikTok followers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7093F4-1247-4238-96EC-31F79FAC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71750"/>
            <a:ext cx="2362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16628C-1DBD-4159-B132-102669AB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95550"/>
            <a:ext cx="2362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2EA84E-8AA4-42B8-81CF-C021E517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86050"/>
            <a:ext cx="2019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00000"/>
                </a:solidFill>
                <a:latin typeface="Arial Black"/>
                <a:ea typeface="Arial Black"/>
                <a:cs typeface="Arial Black"/>
              </a:defRPr>
            </a:pPr>
            <a:r>
              <a:rPr sz="2700" b="1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894K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187B71-5068-4E67-9978-F1B0895B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19450"/>
            <a:ext cx="2019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TikTok likes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093374-3ADA-4B99-AB5A-F5428E35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2362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713C90-BEA2-4487-86AA-E8AA61C4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95550"/>
            <a:ext cx="2362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854821-6466-430B-A0D2-3F2886A8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86050"/>
            <a:ext cx="2019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00000"/>
                </a:solidFill>
                <a:latin typeface="Arial Black"/>
                <a:ea typeface="Arial Black"/>
                <a:cs typeface="Arial Black"/>
              </a:defRPr>
            </a:pPr>
            <a:r>
              <a:rPr sz="2700" b="1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128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70FC55-9DB2-482C-A285-5AD9535A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19450"/>
            <a:ext cx="2019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Videos on site / TikTok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B29572-1A3B-44FD-A499-E201C67F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8953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96CBC5-26FE-4D50-BCAE-873715AC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91050"/>
            <a:ext cx="8953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65F2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FD4407-CA4F-4EBB-ACEC-016735B1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19650"/>
            <a:ext cx="838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Audience quality matters as much as audience size: the brand attracts people who actively want coding concepts made easier to understand.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332258-3C3A-440C-A09E-662EB5F3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0000">
                    <a:alpha val="34902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0000">
                    <a:alpha val="34902"/>
                  </a:srgbClr>
                </a:solidFill>
                <a:latin typeface="Aptos"/>
                <a:ea typeface="Aptos"/>
                <a:cs typeface="Aptos"/>
              </a:rPr>
              <a:t>Metrics: internal Social Presence Audit, 2026-05-25. Public site confirms Instagram/TikTok/YouTube/Discord links.</a:t>
            </a:r>
          </a:p>
        </p:txBody>
      </p:sp>
    </p:spTree>
    <p:extLst>
      <p:ext uri="{BB962C8B-B14F-4D97-AF65-F5344CB8AC3E}">
        <p14:creationId xmlns:p14="http://schemas.microsoft.com/office/powerpoint/2010/main" val="21757149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3DB104-51E6-453B-ACFD-2F9CA0F4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F6E88-2CC7-4174-B6B3-49E6E542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DEA0D-00B5-4FB1-8FBA-6133E3EC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3CD37-FC55-419E-BB5C-7294A50D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4CB3E-3C33-446F-9CF2-9FEC45CA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870FE-BE68-4575-AFCD-CD641044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1E410-5691-4B48-B748-C1C717D3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94A67-51DC-45E6-BE61-6DF9D6AA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E4D69A-73DF-4DAE-BE1C-1108149B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D1067-7EBC-43BA-8AA8-5013C751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C38982-AD7E-42AA-BBDA-97CBC6F6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040CEC-3A85-49CA-9A0B-42F104E0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5237D-EF1A-4629-88E0-4EA12287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F0C1A7-D138-4E17-BD6F-DD3649F9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A52CEE-06BC-471C-AEA1-90C09913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5FE60E-BE39-47DF-AC82-CA7F178E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57FEAF-0146-4F76-B95B-9D26521D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0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4290F1-2B69-4F93-A55C-40EC7DD3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65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ECE699-E6B2-414D-B6CF-092D9498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03 / Ecosystem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C6E66E-40DB-4BC6-BDAB-ED747957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66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 Black"/>
                <a:ea typeface="Arial Black"/>
                <a:cs typeface="Arial Black"/>
              </a:defRPr>
            </a:pPr>
            <a:r>
              <a:rPr sz="3000" b="1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Sponsors can show up across an ecosystem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309FE3-6C03-4A12-BB90-9DF22BA2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>
                    <a:alpha val="6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0000">
                    <a:alpha val="60000"/>
                  </a:srgbClr>
                </a:solidFill>
                <a:latin typeface="Aptos"/>
                <a:ea typeface="Aptos"/>
                <a:cs typeface="Aptos"/>
              </a:rPr>
              <a:t>This is more than a single sponsored reel: content, owned web, Discord, and event surfaces can compound.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B95562-12FF-4F2E-855D-5046C03D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1885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A9E53E-3B83-42EC-A125-9BE02065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1885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65B2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04C159-C4DC-4FDF-A5D7-DADEE41A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Instagram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D0FFE1-959F-407C-9E5C-9DF14907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47950"/>
            <a:ext cx="1885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C3D274-6766-4F1A-9C41-F1364BD3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71750"/>
            <a:ext cx="1885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782FCA-1E45-4912-A299-928AC005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813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TikTok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BB1A02-4542-4BF8-8058-1E22F513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813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TikTok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D1FC28-3E27-46A6-82EF-87B8C00B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47950"/>
            <a:ext cx="1885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2DEB26-1396-4756-876B-00A77F7C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71750"/>
            <a:ext cx="1885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047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7D6257-105D-4A8C-954E-7943C400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813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Website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68882D-EFEB-47AD-B035-9D1D508A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47950"/>
            <a:ext cx="1885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A7FD57-FB7D-4F1A-A4D0-0B420041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1885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65F2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0F29A9-019D-427D-A28C-D9B8C067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813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Discord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B3D570-3CC7-450E-9034-41014DA1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33850"/>
            <a:ext cx="1885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24F250-C389-43DB-AB18-6238EDA4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57650"/>
            <a:ext cx="1885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02AC05-E56D-413D-A788-D0336C2F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672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Topic voting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6E0C49-B56F-49F2-B83E-14C99145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33850"/>
            <a:ext cx="1885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8226AB-07F1-4700-8089-5E25E501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57650"/>
            <a:ext cx="1885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923C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E9DC4C-9142-4940-8B21-150A0D39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672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#hackthekitty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EF7FBA-5641-4A70-9976-595D83FA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33850"/>
            <a:ext cx="1885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E085E1-736E-456B-826F-B797422D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57650"/>
            <a:ext cx="1885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5D63AF-501C-4E49-AF10-3D2E9096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672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Workshops / AMAs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A06E67-E391-4ACA-910F-C66E0CB9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43550"/>
            <a:ext cx="9353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E2271B-C72F-403B-A9B8-8A84A1CB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9353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4E39B98-4EFA-4BAC-840E-802C436F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197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Sponsor value shifts from impressions to repeated, contextual touchpoints with builders.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586CD88-6E59-4692-9A4A-D88FC7FB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0000">
                    <a:alpha val="34902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0000">
                    <a:alpha val="34902"/>
                  </a:srgbClr>
                </a:solidFill>
                <a:latin typeface="Aptos"/>
                <a:ea typeface="Aptos"/>
                <a:cs typeface="Aptos"/>
              </a:rPr>
              <a:t>Surfaces verified from thecodingkitty.com, hackthekitty.com, Linktree/social audit, and Discord community notes.</a:t>
            </a:r>
          </a:p>
        </p:txBody>
      </p:sp>
    </p:spTree>
    <p:extLst>
      <p:ext uri="{BB962C8B-B14F-4D97-AF65-F5344CB8AC3E}">
        <p14:creationId xmlns:p14="http://schemas.microsoft.com/office/powerpoint/2010/main" val="190255851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38C37A-B04D-499D-8DA4-4BC615D5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F0274-2D75-48F3-8FD8-1A7ABE05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644E5-8B8E-4CDC-9107-39F45292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3EA14-9A6E-4CA2-8156-DD0D9ADB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A3C64A-9425-47C7-B309-D211E58E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DCB59-C157-4561-8C74-84E0084E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1E344-FBCA-4463-A558-F22DCEC0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BA252D-5526-49B0-8097-27D7A9C6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D4540-2A3F-4B93-8FD5-6465A077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41417C-57AD-4FAF-9F32-E54B065F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2B0A2F-4526-4974-84F1-C67D609B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7673CC-36F2-4B12-A5B6-35F04AEB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8A4E7E-C123-4B5F-AE58-9BBD9668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E53B23-5ACB-4842-A708-861D8897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0030C7-44A1-4FE7-BF39-A7FB630A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5E4731-0E50-4785-B249-6DE363A4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A1DA33-7A62-46A1-8AD9-5225E5DF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0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27100A-AF8E-49CA-9C24-0533FB00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65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5B0B0E-2083-48E4-BBEC-44457AB4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04 / Event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179EC4-1E39-4C3E-8EF0-2F36156B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66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 Black"/>
                <a:ea typeface="Arial Black"/>
                <a:cs typeface="Arial Black"/>
              </a:defRPr>
            </a:pPr>
            <a:r>
              <a:rPr sz="3000" b="1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#hackthekitty turns audience into participation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02F286-A0B8-4C12-BF4C-A6C3ADE8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>
                    <a:alpha val="6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0000">
                    <a:alpha val="60000"/>
                  </a:srgbClr>
                </a:solidFill>
                <a:latin typeface="Aptos"/>
                <a:ea typeface="Aptos"/>
                <a:cs typeface="Aptos"/>
              </a:rPr>
              <a:t>A virtual, global hackathon gives sponsor partners a deeper way to meet the community.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76AC85-D0DE-4592-88CC-ED614773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29527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0B0BDF-4A20-4A1E-A607-430DF1E1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29527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0000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c30e7f901d4c6b"/>
          <a:stretch xmlns:a="http://schemas.openxmlformats.org/drawingml/2006/main"/>
        </p:blipFill>
        <p:spPr>
          <a:xfrm xmlns:a="http://schemas.openxmlformats.org/drawingml/2006/main">
            <a:off x="1276350" y="264795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B6847D-1483-4BD4-8E88-8412C08F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2457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 Black"/>
                <a:ea typeface="Arial Black"/>
                <a:cs typeface="Arial Black"/>
              </a:defRPr>
            </a:pPr>
            <a:r>
              <a:rPr sz="1650" b="1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World Cat Domination Day Hackathon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F498FD-14AD-466A-A7E7-7CB34604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38400"/>
            <a:ext cx="1809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1D74C5-CCC4-493E-BF7A-93D642A4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62200"/>
            <a:ext cx="1809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047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3D5359-E8F1-4322-93D9-63631DFA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5270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 Black"/>
                <a:ea typeface="Arial Black"/>
                <a:cs typeface="Arial Black"/>
              </a:defRPr>
            </a:pPr>
            <a:r>
              <a:rPr sz="1800" b="1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June 24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88C7B3-4762-493B-A506-C8B442DD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7655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2026 virtual launch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37A92E-802B-4053-8CF2-7F421F6C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38400"/>
            <a:ext cx="1809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AABB97-0CB9-49A2-B191-3CB62790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62200"/>
            <a:ext cx="1809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65B2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585624-6488-4945-8C17-28BD39AD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5270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18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14 days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3902C0-AD4B-4041-9CAA-0A687C45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window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E4B4D4-D956-4A58-BB64-A1D0A640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38400"/>
            <a:ext cx="1809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8129FA-C23E-43F1-BFBE-8028C3F1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62200"/>
            <a:ext cx="1809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48467E-7200-434F-ACE7-43E398F9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5270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 Black"/>
                <a:ea typeface="Arial Black"/>
                <a:cs typeface="Arial Black"/>
              </a:defRPr>
            </a:pPr>
            <a:r>
              <a:rPr sz="1800" b="1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500 cap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3E4E30-8790-4B8A-9BDE-48C4C064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7655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Participants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038E31-E24F-4105-8B68-8B163E38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52850"/>
            <a:ext cx="1809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BB585A-E247-4773-90DA-3A7FD2A0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76650"/>
            <a:ext cx="1809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923C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9C0966-C640-431E-A01D-AEBFCE06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6715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 Black"/>
                <a:ea typeface="Arial Black"/>
                <a:cs typeface="Arial Black"/>
              </a:defRPr>
            </a:pPr>
            <a:r>
              <a:rPr sz="1800" b="1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$5,500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751766-0DD9-4D86-BD7E-7D5C0E9E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910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Prize pool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806CA7-55FE-4BA9-A15C-44CEDCE4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52850"/>
            <a:ext cx="1809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DBF135-C2CB-4BF4-AD6C-B1EFA22C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76650"/>
            <a:ext cx="1809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65F2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ACD5B62-E9C7-490B-87EA-399AB0DE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6715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18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304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AD28CB-57AE-4A35-BCF8-981E1167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910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notify count on site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C74FDA3-A503-4306-A109-933DFFB7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1809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1FFF47C-83AB-4AE4-A27D-EA09C7D8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76650"/>
            <a:ext cx="1809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13CDE7-04AB-42EB-A273-1DB3A1B6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6715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 Black"/>
                <a:ea typeface="Arial Black"/>
                <a:cs typeface="Arial Black"/>
              </a:defRPr>
            </a:pPr>
            <a:r>
              <a:rPr sz="1800" b="1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6 criteria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40002A0-4E55-4FE7-8E71-10D17107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910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Anonymous judging rubric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97A8485-38C6-4D96-9D71-F66101BD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0000">
                    <a:alpha val="34902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0000">
                    <a:alpha val="34902"/>
                  </a:srgbClr>
                </a:solidFill>
                <a:latin typeface="Aptos"/>
                <a:ea typeface="Aptos"/>
                <a:cs typeface="Aptos"/>
              </a:rPr>
              <a:t>Hackathon facts: hackthekitty.com and internal overview. Public page opened 2026-06-08 showed 304 keen kitties.</a:t>
            </a:r>
          </a:p>
        </p:txBody>
      </p:sp>
    </p:spTree>
    <p:extLst>
      <p:ext uri="{BB962C8B-B14F-4D97-AF65-F5344CB8AC3E}">
        <p14:creationId xmlns:p14="http://schemas.microsoft.com/office/powerpoint/2010/main" val="6653851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7096BA-6615-496B-A721-192B76A5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AF06E-98CF-4797-9D11-10FDE051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DF12F-757F-4277-ADF9-A38E23A8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C19A7-ADCF-4ABC-9500-EDA58376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79EA5D-FDD3-46BB-9E48-B6357383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CDB2A-2EFB-4150-8AC8-205D59D6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32EEFE-0425-4088-A8AC-CFED965C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50E88-1460-44DD-BF61-BEE166F7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F830DB-E951-492F-8B8F-AF5ACF5C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5C371-D63D-4147-A8AE-76C36CDC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502A5A-F901-420C-8BAC-6994D5A3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5201FE-816C-4E4F-94D1-82330D37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5B1613-A525-4A5B-A399-36C51B15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F1574E-FCF6-40FD-B836-77321F0E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A74282-4877-43E1-9C32-15B77940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D677E3-926D-4814-AC4F-8F7818E8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8B8AA1-6C8B-4EEF-83CB-4CBA5940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0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96827A-F670-436C-BD68-93E4CDB8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65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B86346-BD2F-46D0-8BCA-EB4B2F9E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05 / Sponsor fit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198E70-3BBD-45AB-BE4A-3356ED62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66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 Black"/>
                <a:ea typeface="Arial Black"/>
                <a:cs typeface="Arial Black"/>
              </a:defRPr>
            </a:pPr>
            <a:r>
              <a:rPr sz="3000" b="1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Best-fit partners are technical, useful, and teachable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A44738-D72B-4451-BC75-08267727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>
                    <a:alpha val="6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0000">
                    <a:alpha val="60000"/>
                  </a:srgbClr>
                </a:solidFill>
                <a:latin typeface="Aptos"/>
                <a:ea typeface="Aptos"/>
                <a:cs typeface="Aptos"/>
              </a:rPr>
              <a:t>The strongest integrations turn a sponsor product into a practical example, not an interruption.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A242BC-8D60-4174-9AD9-F7AA9708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2705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4616FA-FC04-4A2B-A1E6-9846A886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2705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047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9894B2-2368-4645-9B8E-4ABB7A70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Developer tools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B617C4-1407-4D58-96E2-7E771BC7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19350"/>
            <a:ext cx="2705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6378E8-665D-49F4-8FE2-3A9188DC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43150"/>
            <a:ext cx="2705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65B2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A5E2C4-F9E3-440A-A1A5-A2C8E2F5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9080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Security tooling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EFFBF7-4878-4D18-8D3C-204EF90B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19350"/>
            <a:ext cx="2705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FF69F4-DE78-425E-83E0-D6777D29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43150"/>
            <a:ext cx="2705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923C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F3FBB1-06FB-4B55-8EF2-43FCF796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Cloud / DevOps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2BFE63-9968-4CF2-9D15-8E417B54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2705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DA3CAB-D73A-4951-B4FF-D76C9956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2705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27F995-B7D1-4D49-8743-E9D01845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9095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AI dev tools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A933AE-8F74-4243-B00E-52C882B4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19500"/>
            <a:ext cx="2705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884356-74B6-4CA5-B2CA-36281D15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43300"/>
            <a:ext cx="2705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65F2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270FB5-059C-4EB8-AB3D-CA5911E9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9095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Databases / APIs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93C7CF-2EE2-4FB3-A40E-D8DC8008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2705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A5927A-5CDE-46EB-8F83-4988EFE7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43300"/>
            <a:ext cx="2705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9AA25B-98AF-4777-AE4D-97D7E61C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9095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Builder ecosystems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4DBD30-5716-4FE3-A27B-BF25A03F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81600"/>
            <a:ext cx="885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65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5471F4-BC74-40B0-BF6E-EBD36F1C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885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44D9B7-3E19-4DE7-84A7-436652D5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14950"/>
            <a:ext cx="819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Rule of thumb: if the product can help explain a real coding concept, it probably fits.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A99F0F-306C-4FA0-B468-BCB67D50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0000">
                    <a:alpha val="34902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0000">
                    <a:alpha val="34902"/>
                  </a:srgbClr>
                </a:solidFill>
                <a:latin typeface="Aptos"/>
                <a:ea typeface="Aptos"/>
                <a:cs typeface="Aptos"/>
              </a:rPr>
              <a:t>Sponsor categories drawn from internal monetization strategy notes.</a:t>
            </a:r>
          </a:p>
        </p:txBody>
      </p:sp>
    </p:spTree>
    <p:extLst>
      <p:ext uri="{BB962C8B-B14F-4D97-AF65-F5344CB8AC3E}">
        <p14:creationId xmlns:p14="http://schemas.microsoft.com/office/powerpoint/2010/main" val="27368410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E5B6FF-0E2E-4F8D-9E78-D45A1CB0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CEE80-A71F-48B6-ABDF-3534BA12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5835FC-0996-4F75-A665-8A25B3C1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EFDA8-ED9B-40C5-9CD1-3F03A782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F6F07-CFC5-42E9-AD34-3258474F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9B4B80-6BE3-490D-AF5D-18421A92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03467C-975E-44C4-A4D3-8A730406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783558-A012-45E6-86A9-C36DF3E3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BE83F-178F-453F-9BAA-0A2D7812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23E1A-1E63-4A24-99A1-09C11D4C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42D618-521E-4519-B81C-EE9B6C9F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E601EB-5C75-4CC1-8850-7323CD17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4D8869-CE2A-4E70-A000-F8A76FB9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EC98F6-178F-41CE-A4A0-7035F167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B199BD-F0D5-4D14-808E-399C1DD6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F33AD6-2F4E-4500-8A4B-9566F760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D86E95-A684-473B-9BCC-0A66E711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0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F4CF0B-B399-45A3-B60D-23556703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65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D2959D-5929-4E29-A9B3-EFAF9A8B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06 / Activation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BA3282-7199-4D77-9FDA-6C3B61CD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66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 Black"/>
                <a:ea typeface="Arial Black"/>
                <a:cs typeface="Arial Black"/>
              </a:defRPr>
            </a:pPr>
            <a:r>
              <a:rPr sz="3000" b="1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Five sponsor formats that feel native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A74094-8931-42FD-8367-2983B214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>
                    <a:alpha val="6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0000">
                    <a:alpha val="60000"/>
                  </a:srgbClr>
                </a:solidFill>
                <a:latin typeface="Aptos"/>
                <a:ea typeface="Aptos"/>
                <a:cs typeface="Aptos"/>
              </a:rPr>
              <a:t>Each format keeps education first and makes the sponsor part of the lesson, workflow, or community moment.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8DFC02-A625-4DCB-A91D-07D76D5C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962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0FE58F-B3A3-43D8-AD0B-9E6AC5B7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962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1DA53C-954C-4429-AB2D-AC40BAE5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24125"/>
            <a:ext cx="2724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rial Black"/>
                <a:ea typeface="Arial Black"/>
                <a:cs typeface="Arial Black"/>
              </a:defRPr>
            </a:pPr>
            <a:r>
              <a:rPr sz="1425" b="1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Sponsored explainer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7E17CF-7F29-4AE4-A8E6-0E7455DC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33650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One technical concept, sponsor as relevant tool or workflow.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5C7C1B-2E07-4AB4-BE4E-75B7E363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962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8BD64A-A48D-4AA0-99B4-4E88A38B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962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047"/>
          </a:solidFill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F70280-EBBC-42A6-823D-F4D818A7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48025"/>
            <a:ext cx="2724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rial Black"/>
                <a:ea typeface="Arial Black"/>
                <a:cs typeface="Arial Black"/>
              </a:defRPr>
            </a:pPr>
            <a:r>
              <a:rPr sz="1425" b="1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Scenario-led video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024CD9-0268-45D0-AA43-82C5FB31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57550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Cat-based story, problem setup, sponsor in the solution layer.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C50587-9CBD-4A65-963C-A764CB6D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962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54ACF3-72EF-4946-8A68-1E0EDF7C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962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EE940E-3767-4D92-AC36-C1BA5765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71925"/>
            <a:ext cx="2724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rial Black"/>
                <a:ea typeface="Arial Black"/>
                <a:cs typeface="Arial Black"/>
              </a:defRPr>
            </a:pPr>
            <a:r>
              <a:rPr sz="1425" b="1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Mini-series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F3B776-BAD2-42B5-BEFF-7811B6FF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81450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3-5 videos around one sponsor-owned topic cluster.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EC5B9F-23AC-44E7-A102-5C87BBAB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962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CD292C-DE74-41FE-976C-2041715F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962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B8B22A-44B4-48B2-8F85-A65B752A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95825"/>
            <a:ext cx="2724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rial Black"/>
                <a:ea typeface="Arial Black"/>
                <a:cs typeface="Arial Black"/>
              </a:defRPr>
            </a:pPr>
            <a:r>
              <a:rPr sz="1425" b="1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Website + Discord add-on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8F9F31-FBE9-417E-80B5-1774A790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05350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Partner placement, CTA, AMA, workshop, or Q&amp;A.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AAA550-BF78-441A-873C-7944BBE6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72100"/>
            <a:ext cx="962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9EA8EA-5E3A-45EC-96A2-0D6B35F7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962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529B32-5D44-4C7E-858F-03F61290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19725"/>
            <a:ext cx="2724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rial Black"/>
                <a:ea typeface="Arial Black"/>
                <a:cs typeface="Arial Black"/>
              </a:defRPr>
            </a:pPr>
            <a:r>
              <a:rPr sz="1425" b="1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Hackathon package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A9BF5E-4695-449F-99A9-98EB0AF1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29250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Content + community + challenge/prize/judging visibility.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31665A-F679-4FB8-A296-60F20612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0000">
                    <a:alpha val="34902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0000">
                    <a:alpha val="34902"/>
                  </a:srgbClr>
                </a:solidFill>
                <a:latin typeface="Aptos"/>
                <a:ea typeface="Aptos"/>
                <a:cs typeface="Aptos"/>
              </a:rPr>
              <a:t>Activation formats adapted from internal Sponsor Deck Outline and Sponsorship Inventory notes.</a:t>
            </a:r>
          </a:p>
        </p:txBody>
      </p:sp>
    </p:spTree>
    <p:extLst>
      <p:ext uri="{BB962C8B-B14F-4D97-AF65-F5344CB8AC3E}">
        <p14:creationId xmlns:p14="http://schemas.microsoft.com/office/powerpoint/2010/main" val="137166151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7CDE03-4656-480E-A256-0E2A7373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B039D-1A41-435A-B84E-CF8E34BC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5DC82-BDEB-4636-9CCF-71A7D815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7F742-CD4B-4496-AA2E-A05D1E14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6F8F2-32A4-490F-92E5-01417826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6A09A-05EF-440A-954B-F2035169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9EBBC8-D2FC-4A9F-AEB4-BD6CFFF8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671B0-E6D0-4242-AA6C-A3582C15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4E7D70-FD19-415D-B338-A9C0EA0A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99BF36-490E-4E2B-9F6F-2E2969F5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F06C1E-FB95-4B94-909F-0CD5AA41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03E9F0-FC03-404C-8B48-36367A98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DBCA1-73B2-44CB-8278-FB660A05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0E180A-A452-42B9-BD67-25B9924A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00F5AC-10E9-47E6-9570-18CA6D7A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531D9D-A455-4DE2-96BC-FC849B21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EA739F-27C4-4793-AF5E-905EB195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0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ECAB3F-055B-4AA4-8A44-8F07D011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65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6E7BDF-6A1F-41A0-A750-9299581F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07 / Packages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1172BA-1EC1-4063-BDE1-755E132C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66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 Black"/>
                <a:ea typeface="Arial Black"/>
                <a:cs typeface="Arial Black"/>
              </a:defRPr>
            </a:pPr>
            <a:r>
              <a:rPr sz="3000" b="1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Productized packages make sponsorship easy to buy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6D15FE-BA41-4985-8E05-314A66A2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>
                    <a:alpha val="6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0000">
                    <a:alpha val="60000"/>
                  </a:srgbClr>
                </a:solidFill>
                <a:latin typeface="Aptos"/>
                <a:ea typeface="Aptos"/>
                <a:cs typeface="Aptos"/>
              </a:rPr>
              <a:t>Starting prices from internal notes; final quotes should adjust for usage rights, exclusivity, and technical review complexity.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461468-34EA-4D2C-B46B-E888554D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33650"/>
            <a:ext cx="23431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313943-6507-4D97-B6BD-944736E7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23431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047"/>
          </a:solidFill>
          <a:ln xmlns:a="http://schemas.openxmlformats.org/drawingml/2006/main" w="47625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60F6B4-675D-40E0-8D27-995830DD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 Black"/>
                <a:ea typeface="Arial Black"/>
                <a:cs typeface="Arial Black"/>
              </a:defRPr>
            </a:pPr>
            <a:r>
              <a:rPr sz="1725" b="1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Starter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62BA02-3036-433F-98DC-4F9B041D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Arial Black"/>
                <a:ea typeface="Arial Black"/>
                <a:cs typeface="Arial Black"/>
              </a:defRPr>
            </a:pPr>
            <a:r>
              <a:rPr sz="2100" b="1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£1,500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5C1FEE-DAE4-4737-9DEF-02EB253A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1924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1 sponsored explainer</a:t>
            </a:r>
          </a:p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Disclosure + CTA</a:t>
            </a:r>
          </a:p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Basic reporting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7219A9-0CCD-4D34-8D3B-55367E49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33650"/>
            <a:ext cx="23431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66B023-7379-477D-AA21-341C08FA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57450"/>
            <a:ext cx="23431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65B2"/>
          </a:solidFill>
          <a:ln xmlns:a="http://schemas.openxmlformats.org/drawingml/2006/main" w="47625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AEBC39-5BBB-44AC-AEBC-A53D97FE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051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1725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Growth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2E1FCF-A82B-486D-9B2F-E274E430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813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21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£3,500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9A9D58-7070-464B-A1B5-3333FCA2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86200"/>
            <a:ext cx="1924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2-3 sponsored videos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Website placement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Optional Discord mention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61C293-01F8-46EE-87EB-C0782F36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33650"/>
            <a:ext cx="23431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A0722C-F8EE-44A5-976F-EAD03E0D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57450"/>
            <a:ext cx="23431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47625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8B708C-EA43-4824-82E0-E1E418E8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051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 Black"/>
                <a:ea typeface="Arial Black"/>
                <a:cs typeface="Arial Black"/>
              </a:defRPr>
            </a:pPr>
            <a:r>
              <a:rPr sz="1725" b="1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Category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00DA98-6C62-472E-9A4D-4CD7644A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813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Arial Black"/>
                <a:ea typeface="Arial Black"/>
                <a:cs typeface="Arial Black"/>
              </a:defRPr>
            </a:pPr>
            <a:r>
              <a:rPr sz="2100" b="1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£6,500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8DD117-36CF-4F2A-B621-D379B7BE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1924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3-5 video theme</a:t>
            </a:r>
          </a:p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Website + Discord</a:t>
            </a:r>
          </a:p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Stronger recap/report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D77EF5-561D-483D-99DD-0A41536D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33650"/>
            <a:ext cx="23431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01838E-FEB5-49E5-AFB2-D3B3F218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57450"/>
            <a:ext cx="23431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65F2"/>
          </a:solidFill>
          <a:ln xmlns:a="http://schemas.openxmlformats.org/drawingml/2006/main" w="47625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097DEE-F5D6-4EA6-A3AC-EB72CFB7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051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1725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Ecosystem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49C4D1-ACCB-485E-BB05-D2C74C6B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813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21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from £5,000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A0D6CF-328C-4DDE-A23C-1437296F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86200"/>
            <a:ext cx="1924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Hackathon/community bundle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Workshop or AMA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Prize/judging tie-in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D648C5-B656-446E-8222-2FEBAF6E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959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A9D966-6483-411C-B77E-57C1A091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197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394415-F0CB-4B3F-B950-9D27ABDA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743575"/>
            <a:ext cx="8524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Add-ons: paid usage rights, whitelisting, extra website placement, Discord AMA/workshop, landing page/resource tie-in, exclusivity.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831086-CCC9-4350-83B5-7676E4A6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0000">
                    <a:alpha val="34902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0000">
                    <a:alpha val="34902"/>
                  </a:srgbClr>
                </a:solidFill>
                <a:latin typeface="Aptos"/>
                <a:ea typeface="Aptos"/>
                <a:cs typeface="Aptos"/>
              </a:rPr>
              <a:t>Pricing: internal Sponsor Deck Outline, 2026-05-25.</a:t>
            </a:r>
          </a:p>
        </p:txBody>
      </p:sp>
    </p:spTree>
    <p:extLst>
      <p:ext uri="{BB962C8B-B14F-4D97-AF65-F5344CB8AC3E}">
        <p14:creationId xmlns:p14="http://schemas.microsoft.com/office/powerpoint/2010/main" val="113331405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EB0DAC-44DB-4906-870E-F63E526A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9144F-3206-495A-869B-7335A7DB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1BD3D-13B1-4AEE-B72E-8138BE08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31AFCF-48DE-431D-840B-5589CFD6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84431-BF57-4066-9672-7ECE9F2F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B407F-8DCB-41B5-8FB7-5412B45F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8A8B15-235E-4133-A9BE-569FF240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28F6E-4FE2-47A1-A44A-9657EFBD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D59BF7-9A23-407C-A8EF-5CC21280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F55B7-4363-4009-B6CC-8A80E0EF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4DCAD2-6AA3-4573-9343-F625C111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97FC0-DADC-4C31-B927-912DECB5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89A701-96B8-439E-BE77-CB3C76D0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F0145D-D302-47B1-90BD-021BE5EA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9DF804-E861-4AC9-8438-D3455BAD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B99B23-5910-4A39-9418-B2C70AA8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FE1302-9733-44F4-A468-383DBB63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0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5C5566-59CE-4810-A4CC-59EAF019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65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BF1E3A-A2E2-456B-91AF-11A9647A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08 / Next step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8657A7-B73C-48D3-802F-DF5A48D8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66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 Black"/>
                <a:ea typeface="Arial Black"/>
                <a:cs typeface="Arial Black"/>
              </a:defRPr>
            </a:pPr>
            <a:r>
              <a:rPr sz="3000" b="1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Let’s build a sponsor story people actually watch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C58D12-DE36-459A-9092-2BBACF89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>
                    <a:alpha val="6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0000">
                    <a:alpha val="60000"/>
                  </a:srgbClr>
                </a:solidFill>
                <a:latin typeface="Aptos"/>
                <a:ea typeface="Aptos"/>
                <a:cs typeface="Aptos"/>
              </a:rPr>
              <a:t>The goal is not to interrupt the audience with ads. It is to integrate useful products into content the audience already wants.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7FCCFA-A55C-41F5-9804-35360A36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44005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335979-9E16-4966-AEFF-4A7C1E40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44005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4127F6-3DF6-436E-8E54-95E99BFA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047"/>
          </a:solidFill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A01529-C840-4AF2-811A-EAD0D83C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24150"/>
            <a:ext cx="3733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Choose the campaign goal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60B677-FE26-451C-86F0-77AB8FBC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65B2"/>
          </a:solidFill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B607D9-7E62-41E1-9603-19B8B92F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62300"/>
            <a:ext cx="3733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Pick a topic or category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0FF862-25AA-4440-A0BE-736458CB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DDB6DD-D86E-4BA0-9009-13111067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0450"/>
            <a:ext cx="3733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Agree sponsor format and add-ons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7A8CBF-583C-438B-81FF-43A64822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65F2"/>
          </a:solidFill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6D1993-8BEA-4437-99BF-9ABC449A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38600"/>
            <a:ext cx="3733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Produce, publish, and report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ADEDC0-2F7A-497D-97B8-C24F404B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52700"/>
            <a:ext cx="40957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C5584B-A64D-46C5-984B-10839031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40957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047"/>
          </a:solidFill>
          <a:ln xmlns:a="http://schemas.openxmlformats.org/drawingml/2006/main" w="47625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8268BD-AFC3-4ECE-A894-4591CFD1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0350"/>
            <a:ext cx="333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0000"/>
                </a:solidFill>
                <a:latin typeface="Arial Black"/>
                <a:ea typeface="Arial Black"/>
                <a:cs typeface="Arial Black"/>
              </a:defRPr>
            </a:pPr>
            <a:r>
              <a:rPr sz="2850" b="1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Book a partnership call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14A77D-9F4A-4B80-884B-784808EF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29050"/>
            <a:ext cx="2952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contact@thecodingkitty.com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058BFE-AD85-42A6-B2B1-0F2FAD1A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18160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FB7362-B859-4037-AD3F-5E06E2A7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0540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65B2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7542A3-94B3-485C-A60C-B24B59C8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76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thecodingkitty.com  ·  hackthekitty.com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D27D0E-EAD6-489D-8570-8479F41A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0000">
                    <a:alpha val="34902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0000">
                    <a:alpha val="34902"/>
                  </a:srgbClr>
                </a:solidFill>
                <a:latin typeface="Aptos"/>
                <a:ea typeface="Aptos"/>
                <a:cs typeface="Aptos"/>
              </a:rPr>
              <a:t>Deck created 2026-06-08 from public websites and Sameer's Coding Kitty notes.</a:t>
            </a:r>
          </a:p>
        </p:txBody>
      </p:sp>
    </p:spTree>
    <p:extLst>
      <p:ext uri="{BB962C8B-B14F-4D97-AF65-F5344CB8AC3E}">
        <p14:creationId xmlns:p14="http://schemas.microsoft.com/office/powerpoint/2010/main" val="20967469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2026-06-08T15:01:41.2510000Z</dcterms:created>
  <dcterms:modified xsi:type="dcterms:W3CDTF">2026-06-08T15:01:41.2510000Z</dcterms:modified>
</coreProperties>
</file>