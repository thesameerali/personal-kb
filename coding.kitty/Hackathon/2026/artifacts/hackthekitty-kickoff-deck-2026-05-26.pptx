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47472"/>
            <a:ext cx="960120" cy="4370832"/>
          </a:xfrm>
          <a:prstGeom prst="rect">
            <a:avLst/>
          </a:prstGeom>
          <a:solidFill>
            <a:srgbClr val="F965B2"/>
          </a:solidFill>
          <a:ln w="12700">
            <a:solidFill>
              <a:srgbClr val="F965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347472"/>
            <a:ext cx="777240" cy="914400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6012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#HACKTHEKITTY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87552" y="18288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8D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 Cat Domination Day Hackathon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87552" y="2514600"/>
            <a:ext cx="987552" cy="310896"/>
          </a:xfrm>
          <a:prstGeom prst="roundRect">
            <a:avLst>
              <a:gd name="adj" fmla="val 17647"/>
            </a:avLst>
          </a:prstGeom>
          <a:solidFill>
            <a:srgbClr val="FFD84D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0704" y="256946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84832" y="2514600"/>
            <a:ext cx="22402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7984" y="256946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JUNE 24–JULY 7,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D1A8"/>
                </a:solidFill>
              </a:rPr>
              <a:t>Kickoff deck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coding.kitty presents a fun, internet-native online hackathon where people build weird, useful, wholesome cat projects — and actually ship them.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 to the internet's most cat-pilled hackathon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cool stuff. Meet cool people. Help cats take over.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703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002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Beginner-friendly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88366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All skill levels welcome. Small, complete projects can do really well.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3703320" cy="1234440"/>
          </a:xfrm>
          <a:prstGeom prst="rect">
            <a:avLst/>
          </a:prstGeom>
          <a:solidFill>
            <a:srgbClr val="FFF1F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16002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Online + global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188366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Virtual format means anyone can join, build, and collaborate from anywhere.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703320" cy="1234440"/>
          </a:xfrm>
          <a:prstGeom prst="rect">
            <a:avLst/>
          </a:prstGeom>
          <a:solidFill>
            <a:srgbClr val="FFF9D7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2004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Community-first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348386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Use Discord to find teammates, get help, and stay in the loop.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3703320" cy="1234440"/>
          </a:xfrm>
          <a:prstGeom prst="rect">
            <a:avLst/>
          </a:prstGeom>
          <a:solidFill>
            <a:srgbClr val="EEF3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32004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Creative + practical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348386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Playful theme, real projects, strong demos, and a clear finish line.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#hackthekitty exists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framing: why this event matters beyond just prizes.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663440" cy="3246120"/>
          </a:xfrm>
          <a:prstGeom prst="rect">
            <a:avLst/>
          </a:prstGeom>
          <a:solidFill>
            <a:srgbClr val="FFF6E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We wanted to build an online event that feels welcoming, fun, and real — something that gets people shipping projects instead of just lurking in builder culture.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</a:rPr>
              <a:t>Success here is not only winning. It is building something demoable, meeting smart people, trying a weird idea, and leaving with momentum.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32120" y="1325880"/>
            <a:ext cx="3063240" cy="3246120"/>
          </a:xfrm>
          <a:prstGeom prst="rect">
            <a:avLst/>
          </a:prstGeom>
          <a:solidFill>
            <a:srgbClr val="12182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6276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vibe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0" y="1993392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beginner-friendly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creative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internet-native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community-first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built to help people actually ship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World Cat Domination Day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5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cats are taking over. Your job? Help them do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7818120" cy="2331720"/>
          </a:xfrm>
          <a:prstGeom prst="rect">
            <a:avLst/>
          </a:prstGeom>
          <a:solidFill>
            <a:srgbClr val="1D2433"/>
          </a:solidFill>
          <a:ln w="12700">
            <a:solidFill>
              <a:srgbClr val="4A5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66D1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Positive impact for cats, cat owners, and the broader cat community.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87552" y="2670048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Think world domination — but wholesome. Creative interpretations are welcome as long as the cat connection is clear and meaningful.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01568" y="406908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F965B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4123944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THEME REVEAL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 can build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people examples so the theme feels usable, not vague.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645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cats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6656" y="2267712"/>
            <a:ext cx="1353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Adoption tools, lost-cat finders, health trackers, feeding support.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508760"/>
            <a:ext cx="1645920" cy="2697480"/>
          </a:xfrm>
          <a:prstGeom prst="rect">
            <a:avLst/>
          </a:prstGeom>
          <a:solidFill>
            <a:srgbClr val="FFF0F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07208" y="17190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cat owners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25496" y="2267712"/>
            <a:ext cx="1353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Reminders, behaviour tools, expense tools, community helpers.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1645920" cy="2697480"/>
          </a:xfrm>
          <a:prstGeom prst="rect">
            <a:avLst/>
          </a:prstGeom>
          <a:solidFill>
            <a:srgbClr val="FFF9D7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7190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the community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74336" y="2267712"/>
            <a:ext cx="1353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Shelter workflows, volunteering, TNR mapping, fundraising.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1508760"/>
            <a:ext cx="1645920" cy="2697480"/>
          </a:xfrm>
          <a:prstGeom prst="rect">
            <a:avLst/>
          </a:prstGeom>
          <a:solidFill>
            <a:srgbClr val="EEF5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04888" y="17190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developers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23176" y="2267712"/>
            <a:ext cx="13533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</a:rPr>
              <a:t>Cat APIs, cat-themed dev tools, open-source libraries.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4480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If it clearly helps cats or the cat community, it probably counts.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hackathon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simple and operationally clear.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475488"/>
          </a:xfrm>
          <a:prstGeom prst="rect">
            <a:avLst/>
          </a:prstGeom>
          <a:solidFill>
            <a:srgbClr val="FFF8E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356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435608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Everything happens online.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84248"/>
            <a:ext cx="768096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939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Solo or pair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093976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Maximum team size is 2.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42616"/>
            <a:ext cx="7680960" cy="475488"/>
          </a:xfrm>
          <a:prstGeom prst="rect">
            <a:avLst/>
          </a:prstGeom>
          <a:solidFill>
            <a:srgbClr val="FFF8E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523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Any stack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752344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Web, mobile, CLI, hardware, anything.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300984"/>
            <a:ext cx="7680960" cy="475488"/>
          </a:xfrm>
          <a:prstGeom prst="rect">
            <a:avLst/>
          </a:prstGeom>
          <a:solidFill>
            <a:srgbClr val="F5F8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107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during the event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41071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No recycled old projects.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59352"/>
            <a:ext cx="7680960" cy="475488"/>
          </a:xfrm>
          <a:prstGeom prst="rect">
            <a:avLst/>
          </a:prstGeom>
          <a:solidFill>
            <a:srgbClr val="FFF8E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690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Discord sign-in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4069080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Registration and participation flow through Discord.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5DA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key dates impossible to miss.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 w="12700">
            <a:solidFill>
              <a:srgbClr val="7A85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487168"/>
            <a:ext cx="365760" cy="365760"/>
          </a:xfrm>
          <a:prstGeom prst="ellipse">
            <a:avLst/>
          </a:prstGeom>
          <a:solidFill>
            <a:srgbClr val="FFD8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063240"/>
            <a:ext cx="1737360" cy="1143000"/>
          </a:xfrm>
          <a:prstGeom prst="rect">
            <a:avLst/>
          </a:prstGeom>
          <a:solidFill>
            <a:srgbClr val="1D2433"/>
          </a:solidFill>
          <a:ln w="12700">
            <a:solidFill>
              <a:srgbClr val="5A65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2552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June 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" y="35661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Kickoff + hacking begins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90672" y="2487168"/>
            <a:ext cx="365760" cy="365760"/>
          </a:xfrm>
          <a:prstGeom prst="ellipse">
            <a:avLst/>
          </a:prstGeom>
          <a:solidFill>
            <a:srgbClr val="F965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4912" y="3063240"/>
            <a:ext cx="1737360" cy="1143000"/>
          </a:xfrm>
          <a:prstGeom prst="rect">
            <a:avLst/>
          </a:prstGeom>
          <a:solidFill>
            <a:srgbClr val="1D2433"/>
          </a:solidFill>
          <a:ln w="12700">
            <a:solidFill>
              <a:srgbClr val="5A6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32552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965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July 7 · 22:00 BST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25496" y="35661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Submissions close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75504" y="24871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3063240"/>
            <a:ext cx="1737360" cy="1143000"/>
          </a:xfrm>
          <a:prstGeom prst="rect">
            <a:avLst/>
          </a:prstGeom>
          <a:solidFill>
            <a:srgbClr val="1D2433"/>
          </a:solidFill>
          <a:ln w="12700">
            <a:solidFill>
              <a:srgbClr val="5A65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82896" y="32552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July 8–14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0328" y="35661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Judging period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60336" y="2487168"/>
            <a:ext cx="365760" cy="365760"/>
          </a:xfrm>
          <a:prstGeom prst="ellipse">
            <a:avLst/>
          </a:prstGeom>
          <a:solidFill>
            <a:srgbClr val="66D1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94576" y="3063240"/>
            <a:ext cx="1737360" cy="1143000"/>
          </a:xfrm>
          <a:prstGeom prst="rect">
            <a:avLst/>
          </a:prstGeom>
          <a:solidFill>
            <a:srgbClr val="1D2433"/>
          </a:solidFill>
          <a:ln w="12700">
            <a:solidFill>
              <a:srgbClr val="5A65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32552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D1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July 15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356616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Winners announced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on Discord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people exactly where to go as soon as the call ends.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7498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1472184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5865F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27048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#hackathon-2026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16352" y="1536192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Announcements and core updates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002536"/>
            <a:ext cx="7498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5740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5865F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112264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#ideas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2121408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Project ideas + teammate finding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587752"/>
            <a:ext cx="7498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2642616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5865F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9748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#help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16352" y="2706624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Get unstuck quickly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172968"/>
            <a:ext cx="7498080" cy="411480"/>
          </a:xfrm>
          <a:prstGeom prst="rect">
            <a:avLst/>
          </a:prstGeom>
          <a:solidFill>
            <a:srgbClr val="F8FB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322783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5865F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282696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16352" y="3291840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Hang out with other builders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758184"/>
            <a:ext cx="7498080" cy="411480"/>
          </a:xfrm>
          <a:prstGeom prst="rect">
            <a:avLst/>
          </a:prstGeom>
          <a:solidFill>
            <a:srgbClr val="F8FB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3813048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5865F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867912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Office Hours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16352" y="3877056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Mentorship and live support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Important rules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rules people are most likely to misunderstand.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</a:rPr>
              <a:t>No recycled old projects or pre-built apps with cat emojis added on top.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</a:rPr>
              <a:t>AI tools are allowed, but originality and real effort still matter.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</a:rPr>
              <a:t>Your project must fit the theme in a meaningful way.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</a:rPr>
              <a:t>Submission = ZIP file + short video demo + GitHub repo link.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111"/>
                </a:solidFill>
              </a:rPr>
              <a:t>If you are in a pair, the team leader handles the final submission.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97880" y="1554480"/>
            <a:ext cx="2560320" cy="2606040"/>
          </a:xfrm>
          <a:prstGeom prst="rect">
            <a:avLst/>
          </a:prstGeom>
          <a:solidFill>
            <a:srgbClr val="FFF0F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0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5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reminder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44768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</a:rPr>
              <a:t>Planning beforehand is fine. Pre-written code is not.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0" y="3154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0"/>
                </a:solidFill>
              </a:rPr>
              <a:t>Keep it fair. Keep it fun. Keep it cat-related.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winners are chosen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 is anonymous by Reference ID.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240280" cy="914400"/>
          </a:xfrm>
          <a:prstGeom prst="rect">
            <a:avLst/>
          </a:prstGeom>
          <a:solidFill>
            <a:srgbClr val="FFF8E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8105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04288" y="17922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25%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210312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Clear, complete, and easy-to-demo projects tend to score well.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240280" cy="914400"/>
          </a:xfrm>
          <a:prstGeom prst="rect">
            <a:avLst/>
          </a:prstGeom>
          <a:solidFill>
            <a:srgbClr val="FFF8E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8105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47488" y="17922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20%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39312" y="210312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Clear, complete, and easy-to-demo projects tend to score well.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240280" cy="914400"/>
          </a:xfrm>
          <a:prstGeom prst="rect">
            <a:avLst/>
          </a:prstGeom>
          <a:solidFill>
            <a:srgbClr val="FFF8E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8105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90688" y="179222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15%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82512" y="210312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Clear, complete, and easy-to-demo projects tend to score well.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2240280" cy="914400"/>
          </a:xfrm>
          <a:prstGeom prst="rect">
            <a:avLst/>
          </a:prstGeom>
          <a:solidFill>
            <a:srgbClr val="EEF5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136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UX / 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04288" y="311810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15%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6112" y="34290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Clear, complete, and easy-to-demo projects tend to score well.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0" y="2971800"/>
            <a:ext cx="2240280" cy="914400"/>
          </a:xfrm>
          <a:prstGeom prst="rect">
            <a:avLst/>
          </a:prstGeom>
          <a:solidFill>
            <a:srgbClr val="EEF5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3136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47488" y="311810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15%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39312" y="34290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Clear, complete, and easy-to-demo projects tend to score well.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240280" cy="914400"/>
          </a:xfrm>
          <a:prstGeom prst="rect">
            <a:avLst/>
          </a:prstGeom>
          <a:solidFill>
            <a:srgbClr val="EEF5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1363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Theme relevance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90688" y="3118104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10%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82512" y="342900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470"/>
                </a:solidFill>
              </a:rPr>
              <a:t>Clear, complete, and easy-to-demo projects tend to score well.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not die at this hackathon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advice that increases completion rate and project quality.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256032" cy="256032"/>
          </a:xfrm>
          <a:prstGeom prst="ellipse">
            <a:avLst/>
          </a:prstGeom>
          <a:solidFill>
            <a:srgbClr val="F965B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Keep the scope small.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1929384"/>
            <a:ext cx="256032" cy="256032"/>
          </a:xfrm>
          <a:prstGeom prst="ellipse">
            <a:avLst/>
          </a:prstGeom>
          <a:solidFill>
            <a:srgbClr val="FFD84D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8836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Make the demo obvious.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441448"/>
            <a:ext cx="256032" cy="256032"/>
          </a:xfrm>
          <a:prstGeom prst="ellipse">
            <a:avLst/>
          </a:prstGeom>
          <a:solidFill>
            <a:srgbClr val="F965B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395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Pick one clear problem.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2953512"/>
            <a:ext cx="256032" cy="256032"/>
          </a:xfrm>
          <a:prstGeom prst="ellipse">
            <a:avLst/>
          </a:prstGeom>
          <a:solidFill>
            <a:srgbClr val="FFD84D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9077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Use the theme clearly, not vaguely.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3465576"/>
            <a:ext cx="256032" cy="256032"/>
          </a:xfrm>
          <a:prstGeom prst="ellipse">
            <a:avLst/>
          </a:prstGeom>
          <a:solidFill>
            <a:srgbClr val="F965B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4198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Ask for help early.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3977640"/>
            <a:ext cx="256032" cy="256032"/>
          </a:xfrm>
          <a:prstGeom prst="ellipse">
            <a:avLst/>
          </a:prstGeom>
          <a:solidFill>
            <a:srgbClr val="FFD84D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Submit something complete.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77840" y="1508760"/>
            <a:ext cx="2743200" cy="2606040"/>
          </a:xfrm>
          <a:prstGeom prst="rect">
            <a:avLst/>
          </a:prstGeom>
          <a:solidFill>
            <a:srgbClr val="121826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82880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Strong projects are usually not the biggest projects.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870448" y="2788920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They are the clearest, most complete, and easiest to understand in a short demo.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do right after this call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passive listeners into active participants immediately.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402336" cy="402336"/>
          </a:xfrm>
          <a:prstGeom prst="ellipse">
            <a:avLst/>
          </a:prstGeom>
          <a:solidFill>
            <a:srgbClr val="5865F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08760" y="1389888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508760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Choose an idea.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075688"/>
            <a:ext cx="402336" cy="402336"/>
          </a:xfrm>
          <a:prstGeom prst="ellipse">
            <a:avLst/>
          </a:prstGeom>
          <a:solidFill>
            <a:srgbClr val="5865F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6712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08760" y="2048256"/>
            <a:ext cx="6400800" cy="457200"/>
          </a:xfrm>
          <a:prstGeom prst="rect">
            <a:avLst/>
          </a:prstGeom>
          <a:solidFill>
            <a:srgbClr val="FFF8E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2167128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Find a teammate if you need one.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2734056"/>
            <a:ext cx="402336" cy="402336"/>
          </a:xfrm>
          <a:prstGeom prst="ellipse">
            <a:avLst/>
          </a:prstGeom>
          <a:solidFill>
            <a:srgbClr val="5865F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2549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08760" y="2706624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825496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Post in #ideas.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3392424"/>
            <a:ext cx="402336" cy="402336"/>
          </a:xfrm>
          <a:prstGeom prst="ellipse">
            <a:avLst/>
          </a:prstGeom>
          <a:solidFill>
            <a:srgbClr val="5865F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8386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08760" y="3364992"/>
            <a:ext cx="6400800" cy="457200"/>
          </a:xfrm>
          <a:prstGeom prst="rect">
            <a:avLst/>
          </a:prstGeom>
          <a:solidFill>
            <a:srgbClr val="FFF8EE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3483864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Ask in #help if blocked.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050792"/>
            <a:ext cx="402336" cy="402336"/>
          </a:xfrm>
          <a:prstGeom prst="ellipse">
            <a:avLst/>
          </a:prstGeom>
          <a:solidFill>
            <a:srgbClr val="5865F2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422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508760" y="4023360"/>
            <a:ext cx="6400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14223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Start building today.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65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8138160" cy="4160520"/>
          </a:xfrm>
          <a:prstGeom prst="rect">
            <a:avLst/>
          </a:prstGeom>
          <a:solidFill>
            <a:srgbClr val="121826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17320"/>
            <a:ext cx="7269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hackathon is live.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51560" y="2240280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84D"/>
                </a:solidFill>
              </a:rPr>
              <a:t>Go build something cool for the cats.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3154680"/>
            <a:ext cx="6172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D1A8"/>
                </a:solidFill>
              </a:rPr>
              <a:t>#hackathon-2026  ·  #ideas  ·  #help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0" y="47365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0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coding.kitty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#hackthekitty 2026 Kickoff Deck</dc:title>
  <dc:subject>#hackthekitty virtual kickoff</dc:subject>
  <dc:creator>Hermes Agent</dc:creator>
  <cp:lastModifiedBy>Hermes Agent</cp:lastModifiedBy>
  <cp:revision>1</cp:revision>
  <dcterms:created xsi:type="dcterms:W3CDTF">2026-05-26T14:31:54Z</dcterms:created>
  <dcterms:modified xsi:type="dcterms:W3CDTF">2026-05-26T14:31:54Z</dcterms:modified>
</cp:coreProperties>
</file>